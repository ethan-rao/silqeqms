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21031200" cy="13716000"/>
  <p:notesSz cx="7019925" cy="93059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969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593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8907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187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1484499" algn="l" defTabSz="593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1781398" algn="l" defTabSz="593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2078298" algn="l" defTabSz="593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2375199" algn="l" defTabSz="593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66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P" initials="DP" lastIdx="7" clrIdx="0"/>
  <p:cmAuthor id="2" name="Jeff Parkins" initials="JP" lastIdx="3" clrIdx="1">
    <p:extLst>
      <p:ext uri="{19B8F6BF-5375-455C-9EA6-DF929625EA0E}">
        <p15:presenceInfo xmlns:p15="http://schemas.microsoft.com/office/powerpoint/2012/main" userId="S::jparkins@markerhealth.com::cdcfc2fd-a0bc-4c74-a69b-3f2c5b4839b1" providerId="AD"/>
      </p:ext>
    </p:extLst>
  </p:cmAuthor>
  <p:cmAuthor id="3" name="Tavi Cruz" initials="TC" lastIdx="2" clrIdx="2">
    <p:extLst>
      <p:ext uri="{19B8F6BF-5375-455C-9EA6-DF929625EA0E}">
        <p15:presenceInfo xmlns:p15="http://schemas.microsoft.com/office/powerpoint/2012/main" userId="63906f7488f851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3276" autoAdjust="0"/>
  </p:normalViewPr>
  <p:slideViewPr>
    <p:cSldViewPr snapToGrid="0">
      <p:cViewPr varScale="1">
        <p:scale>
          <a:sx n="58" d="100"/>
          <a:sy n="58" d="100"/>
        </p:scale>
        <p:origin x="1560" y="248"/>
      </p:cViewPr>
      <p:guideLst>
        <p:guide orient="horz" pos="4320"/>
        <p:guide pos="66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W" userId="29ebe6980772ebc5" providerId="LiveId" clId="{9A11D75E-755D-44BE-8DF4-89EE48B120EE}"/>
    <pc:docChg chg="undo custSel modSld">
      <pc:chgData name="Bryan W" userId="29ebe6980772ebc5" providerId="LiveId" clId="{9A11D75E-755D-44BE-8DF4-89EE48B120EE}" dt="2022-07-19T18:11:21.374" v="476" actId="6549"/>
      <pc:docMkLst>
        <pc:docMk/>
      </pc:docMkLst>
      <pc:sldChg chg="addSp delSp modSp mod">
        <pc:chgData name="Bryan W" userId="29ebe6980772ebc5" providerId="LiveId" clId="{9A11D75E-755D-44BE-8DF4-89EE48B120EE}" dt="2022-07-19T18:11:21.374" v="476" actId="6549"/>
        <pc:sldMkLst>
          <pc:docMk/>
          <pc:sldMk cId="2994367472" sldId="264"/>
        </pc:sldMkLst>
        <pc:spChg chg="del">
          <ac:chgData name="Bryan W" userId="29ebe6980772ebc5" providerId="LiveId" clId="{9A11D75E-755D-44BE-8DF4-89EE48B120EE}" dt="2022-07-13T17:03:05.954" v="71" actId="478"/>
          <ac:spMkLst>
            <pc:docMk/>
            <pc:sldMk cId="2994367472" sldId="264"/>
            <ac:spMk id="3" creationId="{1D9B520E-5F3D-4496-A789-F99F43CA86C6}"/>
          </ac:spMkLst>
        </pc:spChg>
        <pc:spChg chg="mod">
          <ac:chgData name="Bryan W" userId="29ebe6980772ebc5" providerId="LiveId" clId="{9A11D75E-755D-44BE-8DF4-89EE48B120EE}" dt="2022-07-19T18:11:21.374" v="476" actId="6549"/>
          <ac:spMkLst>
            <pc:docMk/>
            <pc:sldMk cId="2994367472" sldId="264"/>
            <ac:spMk id="7" creationId="{27865633-A858-4D32-842C-7A1016C118B9}"/>
          </ac:spMkLst>
        </pc:spChg>
        <pc:spChg chg="del">
          <ac:chgData name="Bryan W" userId="29ebe6980772ebc5" providerId="LiveId" clId="{9A11D75E-755D-44BE-8DF4-89EE48B120EE}" dt="2022-07-13T17:03:13.825" v="75" actId="478"/>
          <ac:spMkLst>
            <pc:docMk/>
            <pc:sldMk cId="2994367472" sldId="264"/>
            <ac:spMk id="23" creationId="{26FC710E-FA93-40AD-B439-4FF0EE335040}"/>
          </ac:spMkLst>
        </pc:spChg>
        <pc:spChg chg="del">
          <ac:chgData name="Bryan W" userId="29ebe6980772ebc5" providerId="LiveId" clId="{9A11D75E-755D-44BE-8DF4-89EE48B120EE}" dt="2022-07-13T17:03:13.825" v="75" actId="478"/>
          <ac:spMkLst>
            <pc:docMk/>
            <pc:sldMk cId="2994367472" sldId="264"/>
            <ac:spMk id="24" creationId="{F56C3FA4-049F-44D1-A13A-02B1B1169C0D}"/>
          </ac:spMkLst>
        </pc:spChg>
        <pc:spChg chg="del">
          <ac:chgData name="Bryan W" userId="29ebe6980772ebc5" providerId="LiveId" clId="{9A11D75E-755D-44BE-8DF4-89EE48B120EE}" dt="2022-07-13T17:03:07.987" v="72" actId="478"/>
          <ac:spMkLst>
            <pc:docMk/>
            <pc:sldMk cId="2994367472" sldId="264"/>
            <ac:spMk id="31" creationId="{A5349DBD-32CC-413B-A177-CBD123AEEC9A}"/>
          </ac:spMkLst>
        </pc:spChg>
        <pc:spChg chg="del">
          <ac:chgData name="Bryan W" userId="29ebe6980772ebc5" providerId="LiveId" clId="{9A11D75E-755D-44BE-8DF4-89EE48B120EE}" dt="2022-07-13T17:03:13.825" v="75" actId="478"/>
          <ac:spMkLst>
            <pc:docMk/>
            <pc:sldMk cId="2994367472" sldId="264"/>
            <ac:spMk id="32" creationId="{8F054F67-8910-4D18-AF52-F7478AD8897E}"/>
          </ac:spMkLst>
        </pc:spChg>
        <pc:spChg chg="del mod">
          <ac:chgData name="Bryan W" userId="29ebe6980772ebc5" providerId="LiveId" clId="{9A11D75E-755D-44BE-8DF4-89EE48B120EE}" dt="2022-07-13T17:03:10.907" v="74" actId="478"/>
          <ac:spMkLst>
            <pc:docMk/>
            <pc:sldMk cId="2994367472" sldId="264"/>
            <ac:spMk id="34" creationId="{3D3F6707-C2D5-46C7-A5A8-CA33AE687511}"/>
          </ac:spMkLst>
        </pc:spChg>
        <pc:spChg chg="mod">
          <ac:chgData name="Bryan W" userId="29ebe6980772ebc5" providerId="LiveId" clId="{9A11D75E-755D-44BE-8DF4-89EE48B120EE}" dt="2022-07-19T18:11:10.089" v="475" actId="20577"/>
          <ac:spMkLst>
            <pc:docMk/>
            <pc:sldMk cId="2994367472" sldId="264"/>
            <ac:spMk id="47" creationId="{629EC91E-2664-4872-9761-3F5C1EC63412}"/>
          </ac:spMkLst>
        </pc:spChg>
        <pc:spChg chg="mod">
          <ac:chgData name="Bryan W" userId="29ebe6980772ebc5" providerId="LiveId" clId="{9A11D75E-755D-44BE-8DF4-89EE48B120EE}" dt="2022-07-19T17:34:33.781" v="454" actId="692"/>
          <ac:spMkLst>
            <pc:docMk/>
            <pc:sldMk cId="2994367472" sldId="264"/>
            <ac:spMk id="48" creationId="{7442DFAD-2B93-434E-BD23-7DC3903A4697}"/>
          </ac:spMkLst>
        </pc:spChg>
        <pc:spChg chg="mod">
          <ac:chgData name="Bryan W" userId="29ebe6980772ebc5" providerId="LiveId" clId="{9A11D75E-755D-44BE-8DF4-89EE48B120EE}" dt="2022-07-19T17:34:33.781" v="454" actId="692"/>
          <ac:spMkLst>
            <pc:docMk/>
            <pc:sldMk cId="2994367472" sldId="264"/>
            <ac:spMk id="49" creationId="{B9C8A152-99FB-42E9-B370-DB4F32811E04}"/>
          </ac:spMkLst>
        </pc:spChg>
        <pc:spChg chg="mod">
          <ac:chgData name="Bryan W" userId="29ebe6980772ebc5" providerId="LiveId" clId="{9A11D75E-755D-44BE-8DF4-89EE48B120EE}" dt="2022-07-19T17:34:33.781" v="454" actId="692"/>
          <ac:spMkLst>
            <pc:docMk/>
            <pc:sldMk cId="2994367472" sldId="264"/>
            <ac:spMk id="50" creationId="{EC48E964-3E0B-40B0-B8C4-09E06AB078DA}"/>
          </ac:spMkLst>
        </pc:spChg>
        <pc:spChg chg="mod">
          <ac:chgData name="Bryan W" userId="29ebe6980772ebc5" providerId="LiveId" clId="{9A11D75E-755D-44BE-8DF4-89EE48B120EE}" dt="2022-07-18T07:07:14.214" v="435" actId="1076"/>
          <ac:spMkLst>
            <pc:docMk/>
            <pc:sldMk cId="2994367472" sldId="264"/>
            <ac:spMk id="53" creationId="{E4F40F02-D4B1-454D-B0B6-59C70974F2D6}"/>
          </ac:spMkLst>
        </pc:spChg>
        <pc:spChg chg="mod">
          <ac:chgData name="Bryan W" userId="29ebe6980772ebc5" providerId="LiveId" clId="{9A11D75E-755D-44BE-8DF4-89EE48B120EE}" dt="2022-07-19T17:34:33.781" v="454" actId="692"/>
          <ac:spMkLst>
            <pc:docMk/>
            <pc:sldMk cId="2994367472" sldId="264"/>
            <ac:spMk id="54" creationId="{B31C5383-4A24-4451-B1D8-384513946DF9}"/>
          </ac:spMkLst>
        </pc:spChg>
        <pc:spChg chg="add del mod">
          <ac:chgData name="Bryan W" userId="29ebe6980772ebc5" providerId="LiveId" clId="{9A11D75E-755D-44BE-8DF4-89EE48B120EE}" dt="2022-07-18T06:47:32.803" v="298" actId="478"/>
          <ac:spMkLst>
            <pc:docMk/>
            <pc:sldMk cId="2994367472" sldId="264"/>
            <ac:spMk id="120" creationId="{BBB6C414-EF7E-4B85-A991-2F9225DD553E}"/>
          </ac:spMkLst>
        </pc:spChg>
        <pc:spChg chg="mod">
          <ac:chgData name="Bryan W" userId="29ebe6980772ebc5" providerId="LiveId" clId="{9A11D75E-755D-44BE-8DF4-89EE48B120EE}" dt="2022-07-13T17:02:37.604" v="70" actId="20577"/>
          <ac:spMkLst>
            <pc:docMk/>
            <pc:sldMk cId="2994367472" sldId="264"/>
            <ac:spMk id="124" creationId="{71A109A0-66B6-42DB-9DAF-BD94DD35EC96}"/>
          </ac:spMkLst>
        </pc:spChg>
        <pc:spChg chg="mod">
          <ac:chgData name="Bryan W" userId="29ebe6980772ebc5" providerId="LiveId" clId="{9A11D75E-755D-44BE-8DF4-89EE48B120EE}" dt="2022-07-18T06:46:37.871" v="277" actId="20577"/>
          <ac:spMkLst>
            <pc:docMk/>
            <pc:sldMk cId="2994367472" sldId="264"/>
            <ac:spMk id="127" creationId="{D46E81FB-6C3A-F335-B7E4-F879C1F1F2CF}"/>
          </ac:spMkLst>
        </pc:spChg>
        <pc:spChg chg="mod">
          <ac:chgData name="Bryan W" userId="29ebe6980772ebc5" providerId="LiveId" clId="{9A11D75E-755D-44BE-8DF4-89EE48B120EE}" dt="2022-07-18T06:46:07.474" v="247"/>
          <ac:spMkLst>
            <pc:docMk/>
            <pc:sldMk cId="2994367472" sldId="264"/>
            <ac:spMk id="128" creationId="{FF6C3A5C-C3FC-F699-E565-5FC23C4BF7F1}"/>
          </ac:spMkLst>
        </pc:spChg>
        <pc:spChg chg="mod">
          <ac:chgData name="Bryan W" userId="29ebe6980772ebc5" providerId="LiveId" clId="{9A11D75E-755D-44BE-8DF4-89EE48B120EE}" dt="2022-07-18T01:25:54.486" v="242" actId="20577"/>
          <ac:spMkLst>
            <pc:docMk/>
            <pc:sldMk cId="2994367472" sldId="264"/>
            <ac:spMk id="130" creationId="{74D4445B-AEF0-413C-A798-19907375B285}"/>
          </ac:spMkLst>
        </pc:spChg>
        <pc:spChg chg="del mod">
          <ac:chgData name="Bryan W" userId="29ebe6980772ebc5" providerId="LiveId" clId="{9A11D75E-755D-44BE-8DF4-89EE48B120EE}" dt="2022-07-18T06:48:05.144" v="307" actId="478"/>
          <ac:spMkLst>
            <pc:docMk/>
            <pc:sldMk cId="2994367472" sldId="264"/>
            <ac:spMk id="139" creationId="{725A5476-AAEA-4133-B805-2186EEB3A733}"/>
          </ac:spMkLst>
        </pc:spChg>
        <pc:spChg chg="del">
          <ac:chgData name="Bryan W" userId="29ebe6980772ebc5" providerId="LiveId" clId="{9A11D75E-755D-44BE-8DF4-89EE48B120EE}" dt="2022-07-18T06:48:02.583" v="306" actId="478"/>
          <ac:spMkLst>
            <pc:docMk/>
            <pc:sldMk cId="2994367472" sldId="264"/>
            <ac:spMk id="141" creationId="{D4B3933F-F136-496A-AD14-5662DBE08F84}"/>
          </ac:spMkLst>
        </pc:spChg>
        <pc:spChg chg="del">
          <ac:chgData name="Bryan W" userId="29ebe6980772ebc5" providerId="LiveId" clId="{9A11D75E-755D-44BE-8DF4-89EE48B120EE}" dt="2022-07-18T01:26:30.240" v="245" actId="478"/>
          <ac:spMkLst>
            <pc:docMk/>
            <pc:sldMk cId="2994367472" sldId="264"/>
            <ac:spMk id="154" creationId="{698049D3-2C65-45CF-87D5-EC75CE20F9EF}"/>
          </ac:spMkLst>
        </pc:spChg>
        <pc:spChg chg="mod">
          <ac:chgData name="Bryan W" userId="29ebe6980772ebc5" providerId="LiveId" clId="{9A11D75E-755D-44BE-8DF4-89EE48B120EE}" dt="2022-07-13T17:05:36.675" v="175" actId="20577"/>
          <ac:spMkLst>
            <pc:docMk/>
            <pc:sldMk cId="2994367472" sldId="264"/>
            <ac:spMk id="196" creationId="{12783C77-C07A-48C9-B241-BDE08887371C}"/>
          </ac:spMkLst>
        </pc:spChg>
        <pc:spChg chg="del mod">
          <ac:chgData name="Bryan W" userId="29ebe6980772ebc5" providerId="LiveId" clId="{9A11D75E-755D-44BE-8DF4-89EE48B120EE}" dt="2022-07-13T19:56:02.666" v="214" actId="478"/>
          <ac:spMkLst>
            <pc:docMk/>
            <pc:sldMk cId="2994367472" sldId="264"/>
            <ac:spMk id="205" creationId="{CB16758E-30B8-4DDF-993C-511A64B281A4}"/>
          </ac:spMkLst>
        </pc:spChg>
        <pc:spChg chg="del">
          <ac:chgData name="Bryan W" userId="29ebe6980772ebc5" providerId="LiveId" clId="{9A11D75E-755D-44BE-8DF4-89EE48B120EE}" dt="2022-07-13T17:03:13.825" v="75" actId="478"/>
          <ac:spMkLst>
            <pc:docMk/>
            <pc:sldMk cId="2994367472" sldId="264"/>
            <ac:spMk id="208" creationId="{A1996F98-966D-4FA9-8376-CFCDE7933B8C}"/>
          </ac:spMkLst>
        </pc:spChg>
        <pc:spChg chg="mod">
          <ac:chgData name="Bryan W" userId="29ebe6980772ebc5" providerId="LiveId" clId="{9A11D75E-755D-44BE-8DF4-89EE48B120EE}" dt="2022-07-19T17:41:00.374" v="462" actId="20577"/>
          <ac:spMkLst>
            <pc:docMk/>
            <pc:sldMk cId="2994367472" sldId="264"/>
            <ac:spMk id="210" creationId="{BC802393-FD93-4AD7-A26C-FD0D181FA7B9}"/>
          </ac:spMkLst>
        </pc:spChg>
        <pc:spChg chg="mod">
          <ac:chgData name="Bryan W" userId="29ebe6980772ebc5" providerId="LiveId" clId="{9A11D75E-755D-44BE-8DF4-89EE48B120EE}" dt="2022-07-13T17:48:09.666" v="208" actId="6549"/>
          <ac:spMkLst>
            <pc:docMk/>
            <pc:sldMk cId="2994367472" sldId="264"/>
            <ac:spMk id="211" creationId="{A2A1B5BC-79DF-4B1B-985F-44BB39260071}"/>
          </ac:spMkLst>
        </pc:spChg>
        <pc:spChg chg="mod">
          <ac:chgData name="Bryan W" userId="29ebe6980772ebc5" providerId="LiveId" clId="{9A11D75E-755D-44BE-8DF4-89EE48B120EE}" dt="2022-07-19T17:41:11.413" v="464" actId="20577"/>
          <ac:spMkLst>
            <pc:docMk/>
            <pc:sldMk cId="2994367472" sldId="264"/>
            <ac:spMk id="214" creationId="{167E0D08-C06B-40B3-9B20-C7E0E9450DEC}"/>
          </ac:spMkLst>
        </pc:spChg>
        <pc:spChg chg="del mod">
          <ac:chgData name="Bryan W" userId="29ebe6980772ebc5" providerId="LiveId" clId="{9A11D75E-755D-44BE-8DF4-89EE48B120EE}" dt="2022-07-19T17:34:54.170" v="455" actId="478"/>
          <ac:spMkLst>
            <pc:docMk/>
            <pc:sldMk cId="2994367472" sldId="264"/>
            <ac:spMk id="218" creationId="{5127F7A7-5519-4CAD-8210-DD5E1E64E4BE}"/>
          </ac:spMkLst>
        </pc:spChg>
        <pc:spChg chg="mod">
          <ac:chgData name="Bryan W" userId="29ebe6980772ebc5" providerId="LiveId" clId="{9A11D75E-755D-44BE-8DF4-89EE48B120EE}" dt="2022-07-18T06:46:07.433" v="246" actId="113"/>
          <ac:spMkLst>
            <pc:docMk/>
            <pc:sldMk cId="2994367472" sldId="264"/>
            <ac:spMk id="257" creationId="{57D7A70F-B06F-4B8B-90E3-C71CD6F40F94}"/>
          </ac:spMkLst>
        </pc:spChg>
        <pc:spChg chg="mod">
          <ac:chgData name="Bryan W" userId="29ebe6980772ebc5" providerId="LiveId" clId="{9A11D75E-755D-44BE-8DF4-89EE48B120EE}" dt="2022-07-18T06:46:07.433" v="246" actId="113"/>
          <ac:spMkLst>
            <pc:docMk/>
            <pc:sldMk cId="2994367472" sldId="264"/>
            <ac:spMk id="258" creationId="{7904E60A-B27E-4977-AF33-39B0DACD4632}"/>
          </ac:spMkLst>
        </pc:spChg>
        <pc:spChg chg="add del mod">
          <ac:chgData name="Bryan W" userId="29ebe6980772ebc5" providerId="LiveId" clId="{9A11D75E-755D-44BE-8DF4-89EE48B120EE}" dt="2022-07-18T07:07:14.214" v="435" actId="1076"/>
          <ac:spMkLst>
            <pc:docMk/>
            <pc:sldMk cId="2994367472" sldId="264"/>
            <ac:spMk id="326" creationId="{F9DA5871-A830-4A86-B45D-6E1649CD1228}"/>
          </ac:spMkLst>
        </pc:spChg>
        <pc:spChg chg="add del mod">
          <ac:chgData name="Bryan W" userId="29ebe6980772ebc5" providerId="LiveId" clId="{9A11D75E-755D-44BE-8DF4-89EE48B120EE}" dt="2022-07-18T07:07:14.214" v="435" actId="1076"/>
          <ac:spMkLst>
            <pc:docMk/>
            <pc:sldMk cId="2994367472" sldId="264"/>
            <ac:spMk id="327" creationId="{518FE9C2-1A12-47F0-86D3-ACBC3FD7881D}"/>
          </ac:spMkLst>
        </pc:spChg>
        <pc:spChg chg="add del mod">
          <ac:chgData name="Bryan W" userId="29ebe6980772ebc5" providerId="LiveId" clId="{9A11D75E-755D-44BE-8DF4-89EE48B120EE}" dt="2022-07-18T07:06:36.025" v="411" actId="478"/>
          <ac:spMkLst>
            <pc:docMk/>
            <pc:sldMk cId="2994367472" sldId="264"/>
            <ac:spMk id="328" creationId="{D1D85C57-E6DA-4BE2-AFF4-50663ABF9ACD}"/>
          </ac:spMkLst>
        </pc:spChg>
        <pc:spChg chg="add del mod">
          <ac:chgData name="Bryan W" userId="29ebe6980772ebc5" providerId="LiveId" clId="{9A11D75E-755D-44BE-8DF4-89EE48B120EE}" dt="2022-07-18T07:06:36.025" v="411" actId="478"/>
          <ac:spMkLst>
            <pc:docMk/>
            <pc:sldMk cId="2994367472" sldId="264"/>
            <ac:spMk id="329" creationId="{6F1D9B7F-6443-4DB1-B06A-A9141FA4C1BF}"/>
          </ac:spMkLst>
        </pc:spChg>
        <pc:grpChg chg="add mod">
          <ac:chgData name="Bryan W" userId="29ebe6980772ebc5" providerId="LiveId" clId="{9A11D75E-755D-44BE-8DF4-89EE48B120EE}" dt="2022-07-18T07:07:14.214" v="435" actId="1076"/>
          <ac:grpSpMkLst>
            <pc:docMk/>
            <pc:sldMk cId="2994367472" sldId="264"/>
            <ac:grpSpMk id="126" creationId="{081FB085-13A8-BBAF-68D1-5AA512026350}"/>
          </ac:grpSpMkLst>
        </pc:grpChg>
        <pc:grpChg chg="del">
          <ac:chgData name="Bryan W" userId="29ebe6980772ebc5" providerId="LiveId" clId="{9A11D75E-755D-44BE-8DF4-89EE48B120EE}" dt="2022-07-13T17:03:42.858" v="78" actId="478"/>
          <ac:grpSpMkLst>
            <pc:docMk/>
            <pc:sldMk cId="2994367472" sldId="264"/>
            <ac:grpSpMk id="128" creationId="{9E0DF9C0-B12C-4226-B8B1-524CFB51C931}"/>
          </ac:grpSpMkLst>
        </pc:grpChg>
        <pc:grpChg chg="del">
          <ac:chgData name="Bryan W" userId="29ebe6980772ebc5" providerId="LiveId" clId="{9A11D75E-755D-44BE-8DF4-89EE48B120EE}" dt="2022-07-18T06:47:59.864" v="304" actId="478"/>
          <ac:grpSpMkLst>
            <pc:docMk/>
            <pc:sldMk cId="2994367472" sldId="264"/>
            <ac:grpSpMk id="136" creationId="{9A049F36-A005-4EB5-9AB5-4A88193A8001}"/>
          </ac:grpSpMkLst>
        </pc:grpChg>
        <pc:grpChg chg="del">
          <ac:chgData name="Bryan W" userId="29ebe6980772ebc5" providerId="LiveId" clId="{9A11D75E-755D-44BE-8DF4-89EE48B120EE}" dt="2022-07-18T06:47:15.968" v="284" actId="478"/>
          <ac:grpSpMkLst>
            <pc:docMk/>
            <pc:sldMk cId="2994367472" sldId="264"/>
            <ac:grpSpMk id="148" creationId="{CE6666C6-9242-4670-8FEA-9CC754077016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52" creationId="{FCE6FA4F-A56B-4679-BD70-A0EBC1C0641A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55" creationId="{03FBF40E-6F1D-4B8C-8156-311CC20C44E7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59" creationId="{7153CB85-4229-4CC1-9F83-1C962FD152E1}"/>
          </ac:grpSpMkLst>
        </pc:grpChg>
        <pc:grpChg chg="del">
          <ac:chgData name="Bryan W" userId="29ebe6980772ebc5" providerId="LiveId" clId="{9A11D75E-755D-44BE-8DF4-89EE48B120EE}" dt="2022-07-18T06:47:17.599" v="285" actId="478"/>
          <ac:grpSpMkLst>
            <pc:docMk/>
            <pc:sldMk cId="2994367472" sldId="264"/>
            <ac:grpSpMk id="163" creationId="{D467278F-A490-4680-B3AB-7D48E31223F0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66" creationId="{4773F160-3259-4D29-89D5-CE280BE73273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67" creationId="{FBBF9401-56BA-4906-983B-FD96A35325DC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79" creationId="{8082BD71-692C-4571-A04D-D738FDC0F676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85" creationId="{CB372A8F-8DD0-4DF1-B2E5-603F49FECD9F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188" creationId="{243C9FEF-996A-478E-BC8F-027BC61DFF13}"/>
          </ac:grpSpMkLst>
        </pc:grpChg>
        <pc:grpChg chg="del">
          <ac:chgData name="Bryan W" userId="29ebe6980772ebc5" providerId="LiveId" clId="{9A11D75E-755D-44BE-8DF4-89EE48B120EE}" dt="2022-07-13T17:33:04.550" v="176" actId="478"/>
          <ac:grpSpMkLst>
            <pc:docMk/>
            <pc:sldMk cId="2994367472" sldId="264"/>
            <ac:grpSpMk id="192" creationId="{57B2DD71-5C51-4CA9-A2C2-04156DA9C340}"/>
          </ac:grpSpMkLst>
        </pc:grpChg>
        <pc:grpChg chg="mod">
          <ac:chgData name="Bryan W" userId="29ebe6980772ebc5" providerId="LiveId" clId="{9A11D75E-755D-44BE-8DF4-89EE48B120EE}" dt="2022-07-18T07:07:56.844" v="446" actId="1076"/>
          <ac:grpSpMkLst>
            <pc:docMk/>
            <pc:sldMk cId="2994367472" sldId="264"/>
            <ac:grpSpMk id="195" creationId="{41002788-0A14-45B9-8E15-76F925B8D1B0}"/>
          </ac:grpSpMkLst>
        </pc:grpChg>
        <pc:grpChg chg="del">
          <ac:chgData name="Bryan W" userId="29ebe6980772ebc5" providerId="LiveId" clId="{9A11D75E-755D-44BE-8DF4-89EE48B120EE}" dt="2022-07-13T17:04:01.642" v="82" actId="478"/>
          <ac:grpSpMkLst>
            <pc:docMk/>
            <pc:sldMk cId="2994367472" sldId="264"/>
            <ac:grpSpMk id="202" creationId="{B9F9DB6A-18C5-4133-BE93-DC5CFB0C7B3C}"/>
          </ac:grpSpMkLst>
        </pc:grpChg>
        <pc:grpChg chg="mod">
          <ac:chgData name="Bryan W" userId="29ebe6980772ebc5" providerId="LiveId" clId="{9A11D75E-755D-44BE-8DF4-89EE48B120EE}" dt="2022-07-18T07:07:14.214" v="435" actId="1076"/>
          <ac:grpSpMkLst>
            <pc:docMk/>
            <pc:sldMk cId="2994367472" sldId="264"/>
            <ac:grpSpMk id="209" creationId="{BEAF8833-26AE-466B-A71B-B748227F10A0}"/>
          </ac:grpSpMkLst>
        </pc:grpChg>
        <pc:grpChg chg="mod">
          <ac:chgData name="Bryan W" userId="29ebe6980772ebc5" providerId="LiveId" clId="{9A11D75E-755D-44BE-8DF4-89EE48B120EE}" dt="2022-07-18T07:07:14.214" v="435" actId="1076"/>
          <ac:grpSpMkLst>
            <pc:docMk/>
            <pc:sldMk cId="2994367472" sldId="264"/>
            <ac:grpSpMk id="213" creationId="{03635187-B50A-4DDE-947D-A64DC1A11703}"/>
          </ac:grpSpMkLst>
        </pc:grpChg>
        <pc:grpChg chg="mod">
          <ac:chgData name="Bryan W" userId="29ebe6980772ebc5" providerId="LiveId" clId="{9A11D75E-755D-44BE-8DF4-89EE48B120EE}" dt="2022-07-18T07:07:14.214" v="435" actId="1076"/>
          <ac:grpSpMkLst>
            <pc:docMk/>
            <pc:sldMk cId="2994367472" sldId="264"/>
            <ac:grpSpMk id="227" creationId="{00000000-0000-0000-0000-000000000000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256" creationId="{EB5929E6-25F8-46C5-A4C3-3C3EF973ECAC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259" creationId="{470D72A9-E15A-4366-B4A4-B39567D73167}"/>
          </ac:grpSpMkLst>
        </pc:grpChg>
        <pc:grpChg chg="del">
          <ac:chgData name="Bryan W" userId="29ebe6980772ebc5" providerId="LiveId" clId="{9A11D75E-755D-44BE-8DF4-89EE48B120EE}" dt="2022-07-18T06:47:09.887" v="280" actId="478"/>
          <ac:grpSpMkLst>
            <pc:docMk/>
            <pc:sldMk cId="2994367472" sldId="264"/>
            <ac:grpSpMk id="264" creationId="{171E42F4-6A2B-4E72-8160-026A92CDC29A}"/>
          </ac:grpSpMkLst>
        </pc:grpChg>
        <pc:grpChg chg="del">
          <ac:chgData name="Bryan W" userId="29ebe6980772ebc5" providerId="LiveId" clId="{9A11D75E-755D-44BE-8DF4-89EE48B120EE}" dt="2022-07-18T06:47:07.128" v="279" actId="478"/>
          <ac:grpSpMkLst>
            <pc:docMk/>
            <pc:sldMk cId="2994367472" sldId="264"/>
            <ac:grpSpMk id="300" creationId="{20745876-3741-4581-8B70-599EA835E1A1}"/>
          </ac:grpSpMkLst>
        </pc:grpChg>
        <pc:grpChg chg="del">
          <ac:chgData name="Bryan W" userId="29ebe6980772ebc5" providerId="LiveId" clId="{9A11D75E-755D-44BE-8DF4-89EE48B120EE}" dt="2022-07-13T17:03:13.825" v="75" actId="478"/>
          <ac:grpSpMkLst>
            <pc:docMk/>
            <pc:sldMk cId="2994367472" sldId="264"/>
            <ac:grpSpMk id="314" creationId="{76F04487-6B9D-4813-AB57-283CCF5B4A3E}"/>
          </ac:grpSpMkLst>
        </pc:grpChg>
        <pc:grpChg chg="del">
          <ac:chgData name="Bryan W" userId="29ebe6980772ebc5" providerId="LiveId" clId="{9A11D75E-755D-44BE-8DF4-89EE48B120EE}" dt="2022-07-13T17:03:35.818" v="76" actId="478"/>
          <ac:grpSpMkLst>
            <pc:docMk/>
            <pc:sldMk cId="2994367472" sldId="264"/>
            <ac:grpSpMk id="315" creationId="{CB0CA9B7-6863-4C4B-A010-B0A48C117F8C}"/>
          </ac:grpSpMkLst>
        </pc:grpChg>
        <pc:grpChg chg="del">
          <ac:chgData name="Bryan W" userId="29ebe6980772ebc5" providerId="LiveId" clId="{9A11D75E-755D-44BE-8DF4-89EE48B120EE}" dt="2022-07-13T17:03:55.793" v="79" actId="478"/>
          <ac:grpSpMkLst>
            <pc:docMk/>
            <pc:sldMk cId="2994367472" sldId="264"/>
            <ac:grpSpMk id="316" creationId="{AEC7B322-FFE0-4ACE-BD8C-A47AF1143AAE}"/>
          </ac:grpSpMkLst>
        </pc:grpChg>
        <pc:grpChg chg="del">
          <ac:chgData name="Bryan W" userId="29ebe6980772ebc5" providerId="LiveId" clId="{9A11D75E-755D-44BE-8DF4-89EE48B120EE}" dt="2022-07-13T17:03:57.089" v="80" actId="478"/>
          <ac:grpSpMkLst>
            <pc:docMk/>
            <pc:sldMk cId="2994367472" sldId="264"/>
            <ac:grpSpMk id="317" creationId="{C88BDB26-E76E-4D00-9380-C0238D98D5B5}"/>
          </ac:grpSpMkLst>
        </pc:grpChg>
        <pc:grpChg chg="del">
          <ac:chgData name="Bryan W" userId="29ebe6980772ebc5" providerId="LiveId" clId="{9A11D75E-755D-44BE-8DF4-89EE48B120EE}" dt="2022-07-13T17:03:57.874" v="81" actId="478"/>
          <ac:grpSpMkLst>
            <pc:docMk/>
            <pc:sldMk cId="2994367472" sldId="264"/>
            <ac:grpSpMk id="318" creationId="{279DC886-BEB6-48EA-A17B-B3871C121E63}"/>
          </ac:grpSpMkLst>
        </pc:grpChg>
        <pc:grpChg chg="del">
          <ac:chgData name="Bryan W" userId="29ebe6980772ebc5" providerId="LiveId" clId="{9A11D75E-755D-44BE-8DF4-89EE48B120EE}" dt="2022-07-13T17:03:41.487" v="77" actId="478"/>
          <ac:grpSpMkLst>
            <pc:docMk/>
            <pc:sldMk cId="2994367472" sldId="264"/>
            <ac:grpSpMk id="319" creationId="{F65DCAB9-1FF3-4760-9576-C95722255602}"/>
          </ac:grpSpMkLst>
        </pc:grpChg>
        <pc:grpChg chg="del">
          <ac:chgData name="Bryan W" userId="29ebe6980772ebc5" providerId="LiveId" clId="{9A11D75E-755D-44BE-8DF4-89EE48B120EE}" dt="2022-07-13T17:03:13.825" v="75" actId="478"/>
          <ac:grpSpMkLst>
            <pc:docMk/>
            <pc:sldMk cId="2994367472" sldId="264"/>
            <ac:grpSpMk id="324" creationId="{19287745-DCB5-46C9-A4E9-C328FB228B3F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396" creationId="{6FB5C6A0-6CE7-402D-BC00-03E94035BE59}"/>
          </ac:grpSpMkLst>
        </pc:grpChg>
        <pc:grpChg chg="add del mod">
          <ac:chgData name="Bryan W" userId="29ebe6980772ebc5" providerId="LiveId" clId="{9A11D75E-755D-44BE-8DF4-89EE48B120EE}" dt="2022-07-18T07:06:27.640" v="410" actId="478"/>
          <ac:grpSpMkLst>
            <pc:docMk/>
            <pc:sldMk cId="2994367472" sldId="264"/>
            <ac:grpSpMk id="397" creationId="{87F6361F-FE01-4332-B439-1DF63AFC865A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398" creationId="{54FAE510-2251-46A9-8B4F-257B3E0D090B}"/>
          </ac:grpSpMkLst>
        </pc:grpChg>
        <pc:grpChg chg="del">
          <ac:chgData name="Bryan W" userId="29ebe6980772ebc5" providerId="LiveId" clId="{9A11D75E-755D-44BE-8DF4-89EE48B120EE}" dt="2022-07-18T06:47:03.070" v="278" actId="478"/>
          <ac:grpSpMkLst>
            <pc:docMk/>
            <pc:sldMk cId="2994367472" sldId="264"/>
            <ac:grpSpMk id="399" creationId="{5E84B527-811B-44FB-A141-47BEAB81CD46}"/>
          </ac:grpSpMkLst>
        </pc:grpChg>
        <pc:grpChg chg="add del mod">
          <ac:chgData name="Bryan W" userId="29ebe6980772ebc5" providerId="LiveId" clId="{9A11D75E-755D-44BE-8DF4-89EE48B120EE}" dt="2022-07-18T07:06:36.025" v="411" actId="478"/>
          <ac:grpSpMkLst>
            <pc:docMk/>
            <pc:sldMk cId="2994367472" sldId="264"/>
            <ac:grpSpMk id="400" creationId="{9228AE2C-C8B0-4FFA-928C-18C8292F0DB8}"/>
          </ac:grpSpMkLst>
        </pc:grpChg>
        <pc:grpChg chg="del">
          <ac:chgData name="Bryan W" userId="29ebe6980772ebc5" providerId="LiveId" clId="{9A11D75E-755D-44BE-8DF4-89EE48B120EE}" dt="2022-07-18T06:47:34.778" v="299" actId="478"/>
          <ac:grpSpMkLst>
            <pc:docMk/>
            <pc:sldMk cId="2994367472" sldId="264"/>
            <ac:grpSpMk id="401" creationId="{FBBF9401-56BA-4906-983B-FD96A35325DC}"/>
          </ac:grpSpMkLst>
        </pc:grpChg>
        <pc:picChg chg="mod">
          <ac:chgData name="Bryan W" userId="29ebe6980772ebc5" providerId="LiveId" clId="{9A11D75E-755D-44BE-8DF4-89EE48B120EE}" dt="2022-07-13T17:00:31.754" v="0" actId="14826"/>
          <ac:picMkLst>
            <pc:docMk/>
            <pc:sldMk cId="2994367472" sldId="264"/>
            <ac:picMk id="183" creationId="{D55DC75C-DDBF-4E45-91E5-D4812496447B}"/>
          </ac:picMkLst>
        </pc:picChg>
        <pc:cxnChg chg="mod">
          <ac:chgData name="Bryan W" userId="29ebe6980772ebc5" providerId="LiveId" clId="{9A11D75E-755D-44BE-8DF4-89EE48B120EE}" dt="2022-07-18T07:07:56.844" v="446" actId="1076"/>
          <ac:cxnSpMkLst>
            <pc:docMk/>
            <pc:sldMk cId="2994367472" sldId="264"/>
            <ac:cxnSpMk id="11" creationId="{DC937016-1C0B-4646-B64E-78B81A66E073}"/>
          </ac:cxnSpMkLst>
        </pc:cxnChg>
        <pc:cxnChg chg="del mod">
          <ac:chgData name="Bryan W" userId="29ebe6980772ebc5" providerId="LiveId" clId="{9A11D75E-755D-44BE-8DF4-89EE48B120EE}" dt="2022-07-13T17:03:13.825" v="75" actId="478"/>
          <ac:cxnSpMkLst>
            <pc:docMk/>
            <pc:sldMk cId="2994367472" sldId="264"/>
            <ac:cxnSpMk id="26" creationId="{1C3D48A0-C7B4-4339-B277-17C6F9B2F60A}"/>
          </ac:cxnSpMkLst>
        </pc:cxnChg>
        <pc:cxnChg chg="del mod">
          <ac:chgData name="Bryan W" userId="29ebe6980772ebc5" providerId="LiveId" clId="{9A11D75E-755D-44BE-8DF4-89EE48B120EE}" dt="2022-07-13T17:03:13.825" v="75" actId="478"/>
          <ac:cxnSpMkLst>
            <pc:docMk/>
            <pc:sldMk cId="2994367472" sldId="264"/>
            <ac:cxnSpMk id="27" creationId="{02A47A1E-A014-40B4-BCC8-30EE30456BB7}"/>
          </ac:cxnSpMkLst>
        </pc:cxnChg>
        <pc:cxnChg chg="mod">
          <ac:chgData name="Bryan W" userId="29ebe6980772ebc5" providerId="LiveId" clId="{9A11D75E-755D-44BE-8DF4-89EE48B120EE}" dt="2022-07-19T17:34:33.781" v="454" actId="692"/>
          <ac:cxnSpMkLst>
            <pc:docMk/>
            <pc:sldMk cId="2994367472" sldId="264"/>
            <ac:cxnSpMk id="52" creationId="{A68BBDEA-D5E5-418F-9753-69C2A9D34A16}"/>
          </ac:cxnSpMkLst>
        </pc:cxnChg>
        <pc:cxnChg chg="mod">
          <ac:chgData name="Bryan W" userId="29ebe6980772ebc5" providerId="LiveId" clId="{9A11D75E-755D-44BE-8DF4-89EE48B120EE}" dt="2022-07-19T17:34:33.781" v="454" actId="692"/>
          <ac:cxnSpMkLst>
            <pc:docMk/>
            <pc:sldMk cId="2994367472" sldId="264"/>
            <ac:cxnSpMk id="63" creationId="{BBAB3825-A076-4A64-AFB4-8B99D35873F7}"/>
          </ac:cxnSpMkLst>
        </pc:cxnChg>
        <pc:cxnChg chg="mod">
          <ac:chgData name="Bryan W" userId="29ebe6980772ebc5" providerId="LiveId" clId="{9A11D75E-755D-44BE-8DF4-89EE48B120EE}" dt="2022-07-19T17:34:33.781" v="454" actId="692"/>
          <ac:cxnSpMkLst>
            <pc:docMk/>
            <pc:sldMk cId="2994367472" sldId="264"/>
            <ac:cxnSpMk id="64" creationId="{E47C42D1-9CBB-4B09-A72C-63CE3C695888}"/>
          </ac:cxnSpMkLst>
        </pc:cxnChg>
        <pc:cxnChg chg="del">
          <ac:chgData name="Bryan W" userId="29ebe6980772ebc5" providerId="LiveId" clId="{9A11D75E-755D-44BE-8DF4-89EE48B120EE}" dt="2022-07-13T17:03:13.825" v="75" actId="478"/>
          <ac:cxnSpMkLst>
            <pc:docMk/>
            <pc:sldMk cId="2994367472" sldId="264"/>
            <ac:cxnSpMk id="117" creationId="{BFAFDEDD-265B-4504-A76D-C08B28BD3897}"/>
          </ac:cxnSpMkLst>
        </pc:cxnChg>
        <pc:cxnChg chg="del mod">
          <ac:chgData name="Bryan W" userId="29ebe6980772ebc5" providerId="LiveId" clId="{9A11D75E-755D-44BE-8DF4-89EE48B120EE}" dt="2022-07-18T06:47:54.312" v="301" actId="478"/>
          <ac:cxnSpMkLst>
            <pc:docMk/>
            <pc:sldMk cId="2994367472" sldId="264"/>
            <ac:cxnSpMk id="131" creationId="{7998893B-790E-4F57-8C56-631CF759E222}"/>
          </ac:cxnSpMkLst>
        </pc:cxnChg>
        <pc:cxnChg chg="add mod">
          <ac:chgData name="Bryan W" userId="29ebe6980772ebc5" providerId="LiveId" clId="{9A11D75E-755D-44BE-8DF4-89EE48B120EE}" dt="2022-07-18T07:08:18.474" v="450" actId="14100"/>
          <ac:cxnSpMkLst>
            <pc:docMk/>
            <pc:sldMk cId="2994367472" sldId="264"/>
            <ac:cxnSpMk id="132" creationId="{98D0DC78-E5F1-F313-3CD3-917623F0E3AF}"/>
          </ac:cxnSpMkLst>
        </pc:cxnChg>
        <pc:cxnChg chg="del mod">
          <ac:chgData name="Bryan W" userId="29ebe6980772ebc5" providerId="LiveId" clId="{9A11D75E-755D-44BE-8DF4-89EE48B120EE}" dt="2022-07-18T06:47:13.913" v="283" actId="478"/>
          <ac:cxnSpMkLst>
            <pc:docMk/>
            <pc:sldMk cId="2994367472" sldId="264"/>
            <ac:cxnSpMk id="134" creationId="{C4AF325B-E2A0-4D23-A75D-129197CB7FB6}"/>
          </ac:cxnSpMkLst>
        </pc:cxnChg>
        <pc:cxnChg chg="del mod">
          <ac:chgData name="Bryan W" userId="29ebe6980772ebc5" providerId="LiveId" clId="{9A11D75E-755D-44BE-8DF4-89EE48B120EE}" dt="2022-07-18T06:47:11.337" v="281" actId="478"/>
          <ac:cxnSpMkLst>
            <pc:docMk/>
            <pc:sldMk cId="2994367472" sldId="264"/>
            <ac:cxnSpMk id="140" creationId="{2A69195A-EEA7-4BB6-BFCC-0ED9BCFC95B2}"/>
          </ac:cxnSpMkLst>
        </pc:cxnChg>
        <pc:cxnChg chg="del mod">
          <ac:chgData name="Bryan W" userId="29ebe6980772ebc5" providerId="LiveId" clId="{9A11D75E-755D-44BE-8DF4-89EE48B120EE}" dt="2022-07-18T06:47:27.642" v="294" actId="478"/>
          <ac:cxnSpMkLst>
            <pc:docMk/>
            <pc:sldMk cId="2994367472" sldId="264"/>
            <ac:cxnSpMk id="144" creationId="{8627DCCB-B76E-48AE-B291-99DB266F44F2}"/>
          </ac:cxnSpMkLst>
        </pc:cxnChg>
        <pc:cxnChg chg="del mod">
          <ac:chgData name="Bryan W" userId="29ebe6980772ebc5" providerId="LiveId" clId="{9A11D75E-755D-44BE-8DF4-89EE48B120EE}" dt="2022-07-18T06:47:03.070" v="278" actId="478"/>
          <ac:cxnSpMkLst>
            <pc:docMk/>
            <pc:sldMk cId="2994367472" sldId="264"/>
            <ac:cxnSpMk id="145" creationId="{56DCDC66-941A-4F62-B6A5-5D321F2FC39B}"/>
          </ac:cxnSpMkLst>
        </pc:cxnChg>
        <pc:cxnChg chg="del">
          <ac:chgData name="Bryan W" userId="29ebe6980772ebc5" providerId="LiveId" clId="{9A11D75E-755D-44BE-8DF4-89EE48B120EE}" dt="2022-07-13T17:03:13.825" v="75" actId="478"/>
          <ac:cxnSpMkLst>
            <pc:docMk/>
            <pc:sldMk cId="2994367472" sldId="264"/>
            <ac:cxnSpMk id="146" creationId="{B5A52126-C758-43A4-80D4-92C9E8322241}"/>
          </ac:cxnSpMkLst>
        </pc:cxnChg>
        <pc:cxnChg chg="del mod">
          <ac:chgData name="Bryan W" userId="29ebe6980772ebc5" providerId="LiveId" clId="{9A11D75E-755D-44BE-8DF4-89EE48B120EE}" dt="2022-07-18T06:47:56.886" v="303" actId="478"/>
          <ac:cxnSpMkLst>
            <pc:docMk/>
            <pc:sldMk cId="2994367472" sldId="264"/>
            <ac:cxnSpMk id="147" creationId="{A1EC29FF-68B1-4018-8522-AAC96065809E}"/>
          </ac:cxnSpMkLst>
        </pc:cxnChg>
        <pc:cxnChg chg="del mod">
          <ac:chgData name="Bryan W" userId="29ebe6980772ebc5" providerId="LiveId" clId="{9A11D75E-755D-44BE-8DF4-89EE48B120EE}" dt="2022-07-18T06:47:27.016" v="293" actId="478"/>
          <ac:cxnSpMkLst>
            <pc:docMk/>
            <pc:sldMk cId="2994367472" sldId="264"/>
            <ac:cxnSpMk id="150" creationId="{14D25E43-B2E2-41C3-A48D-271EF1427FE6}"/>
          </ac:cxnSpMkLst>
        </pc:cxnChg>
        <pc:cxnChg chg="del mod">
          <ac:chgData name="Bryan W" userId="29ebe6980772ebc5" providerId="LiveId" clId="{9A11D75E-755D-44BE-8DF4-89EE48B120EE}" dt="2022-07-18T06:47:03.070" v="278" actId="478"/>
          <ac:cxnSpMkLst>
            <pc:docMk/>
            <pc:sldMk cId="2994367472" sldId="264"/>
            <ac:cxnSpMk id="161" creationId="{6464FC8C-52FE-4AD6-833C-1E57AF928F36}"/>
          </ac:cxnSpMkLst>
        </pc:cxnChg>
        <pc:cxnChg chg="del mod">
          <ac:chgData name="Bryan W" userId="29ebe6980772ebc5" providerId="LiveId" clId="{9A11D75E-755D-44BE-8DF4-89EE48B120EE}" dt="2022-07-18T06:47:29.561" v="296" actId="478"/>
          <ac:cxnSpMkLst>
            <pc:docMk/>
            <pc:sldMk cId="2994367472" sldId="264"/>
            <ac:cxnSpMk id="172" creationId="{14376111-0A54-4874-8954-78E2FCC60227}"/>
          </ac:cxnSpMkLst>
        </pc:cxnChg>
        <pc:cxnChg chg="del mod">
          <ac:chgData name="Bryan W" userId="29ebe6980772ebc5" providerId="LiveId" clId="{9A11D75E-755D-44BE-8DF4-89EE48B120EE}" dt="2022-07-18T06:47:24.576" v="291" actId="478"/>
          <ac:cxnSpMkLst>
            <pc:docMk/>
            <pc:sldMk cId="2994367472" sldId="264"/>
            <ac:cxnSpMk id="173" creationId="{425BD886-B318-4BF7-A481-1BFB6FE1B0B0}"/>
          </ac:cxnSpMkLst>
        </pc:cxnChg>
        <pc:cxnChg chg="del mod">
          <ac:chgData name="Bryan W" userId="29ebe6980772ebc5" providerId="LiveId" clId="{9A11D75E-755D-44BE-8DF4-89EE48B120EE}" dt="2022-07-18T06:47:24.006" v="290" actId="478"/>
          <ac:cxnSpMkLst>
            <pc:docMk/>
            <pc:sldMk cId="2994367472" sldId="264"/>
            <ac:cxnSpMk id="174" creationId="{E06FD424-71CF-48EB-9AC3-9C9D3B4F4AFA}"/>
          </ac:cxnSpMkLst>
        </pc:cxnChg>
        <pc:cxnChg chg="del mod">
          <ac:chgData name="Bryan W" userId="29ebe6980772ebc5" providerId="LiveId" clId="{9A11D75E-755D-44BE-8DF4-89EE48B120EE}" dt="2022-07-18T06:47:25.102" v="292" actId="478"/>
          <ac:cxnSpMkLst>
            <pc:docMk/>
            <pc:sldMk cId="2994367472" sldId="264"/>
            <ac:cxnSpMk id="175" creationId="{14D25E43-B2E2-41C3-A48D-271EF1427FE6}"/>
          </ac:cxnSpMkLst>
        </pc:cxnChg>
        <pc:cxnChg chg="del mod">
          <ac:chgData name="Bryan W" userId="29ebe6980772ebc5" providerId="LiveId" clId="{9A11D75E-755D-44BE-8DF4-89EE48B120EE}" dt="2022-07-18T06:47:23.406" v="289" actId="478"/>
          <ac:cxnSpMkLst>
            <pc:docMk/>
            <pc:sldMk cId="2994367472" sldId="264"/>
            <ac:cxnSpMk id="176" creationId="{D2E48F62-07D7-46CF-9DF8-932C2ACF1ECB}"/>
          </ac:cxnSpMkLst>
        </pc:cxnChg>
        <pc:cxnChg chg="del mod">
          <ac:chgData name="Bryan W" userId="29ebe6980772ebc5" providerId="LiveId" clId="{9A11D75E-755D-44BE-8DF4-89EE48B120EE}" dt="2022-07-18T06:47:55.817" v="302" actId="478"/>
          <ac:cxnSpMkLst>
            <pc:docMk/>
            <pc:sldMk cId="2994367472" sldId="264"/>
            <ac:cxnSpMk id="177" creationId="{ED669D49-4C36-45AD-93BA-9CBEDF2E70FB}"/>
          </ac:cxnSpMkLst>
        </pc:cxnChg>
        <pc:cxnChg chg="del mod">
          <ac:chgData name="Bryan W" userId="29ebe6980772ebc5" providerId="LiveId" clId="{9A11D75E-755D-44BE-8DF4-89EE48B120EE}" dt="2022-07-18T06:47:03.070" v="278" actId="478"/>
          <ac:cxnSpMkLst>
            <pc:docMk/>
            <pc:sldMk cId="2994367472" sldId="264"/>
            <ac:cxnSpMk id="178" creationId="{994F5D87-6F04-418B-A79C-E9FEABABA6E5}"/>
          </ac:cxnSpMkLst>
        </pc:cxnChg>
        <pc:cxnChg chg="del mod">
          <ac:chgData name="Bryan W" userId="29ebe6980772ebc5" providerId="LiveId" clId="{9A11D75E-755D-44BE-8DF4-89EE48B120EE}" dt="2022-07-18T06:47:28.790" v="295" actId="478"/>
          <ac:cxnSpMkLst>
            <pc:docMk/>
            <pc:sldMk cId="2994367472" sldId="264"/>
            <ac:cxnSpMk id="182" creationId="{8627DCCB-B76E-48AE-B291-99DB266F44F2}"/>
          </ac:cxnSpMkLst>
        </pc:cxnChg>
        <pc:cxnChg chg="del mod">
          <ac:chgData name="Bryan W" userId="29ebe6980772ebc5" providerId="LiveId" clId="{9A11D75E-755D-44BE-8DF4-89EE48B120EE}" dt="2022-07-18T06:47:21.341" v="288" actId="478"/>
          <ac:cxnSpMkLst>
            <pc:docMk/>
            <pc:sldMk cId="2994367472" sldId="264"/>
            <ac:cxnSpMk id="184" creationId="{711AFDAF-6D67-4136-A699-C1E0978ED9E9}"/>
          </ac:cxnSpMkLst>
        </pc:cxnChg>
        <pc:cxnChg chg="del mod">
          <ac:chgData name="Bryan W" userId="29ebe6980772ebc5" providerId="LiveId" clId="{9A11D75E-755D-44BE-8DF4-89EE48B120EE}" dt="2022-07-18T06:47:20.597" v="287" actId="478"/>
          <ac:cxnSpMkLst>
            <pc:docMk/>
            <pc:sldMk cId="2994367472" sldId="264"/>
            <ac:cxnSpMk id="191" creationId="{5E4699AF-0EF5-457F-8BF9-C439C639A470}"/>
          </ac:cxnSpMkLst>
        </pc:cxnChg>
        <pc:cxnChg chg="del mod">
          <ac:chgData name="Bryan W" userId="29ebe6980772ebc5" providerId="LiveId" clId="{9A11D75E-755D-44BE-8DF4-89EE48B120EE}" dt="2022-07-18T06:47:19.919" v="286" actId="478"/>
          <ac:cxnSpMkLst>
            <pc:docMk/>
            <pc:sldMk cId="2994367472" sldId="264"/>
            <ac:cxnSpMk id="198" creationId="{CF58338D-605C-4DB8-889B-B4C6BE38EF16}"/>
          </ac:cxnSpMkLst>
        </pc:cxnChg>
        <pc:cxnChg chg="mod">
          <ac:chgData name="Bryan W" userId="29ebe6980772ebc5" providerId="LiveId" clId="{9A11D75E-755D-44BE-8DF4-89EE48B120EE}" dt="2022-07-18T07:07:14.214" v="435" actId="1076"/>
          <ac:cxnSpMkLst>
            <pc:docMk/>
            <pc:sldMk cId="2994367472" sldId="264"/>
            <ac:cxnSpMk id="216" creationId="{BD7B244D-D44A-4EF2-9ABE-292FB68E4DC4}"/>
          </ac:cxnSpMkLst>
        </pc:cxnChg>
        <pc:cxnChg chg="mod">
          <ac:chgData name="Bryan W" userId="29ebe6980772ebc5" providerId="LiveId" clId="{9A11D75E-755D-44BE-8DF4-89EE48B120EE}" dt="2022-07-18T07:07:14.214" v="435" actId="1076"/>
          <ac:cxnSpMkLst>
            <pc:docMk/>
            <pc:sldMk cId="2994367472" sldId="264"/>
            <ac:cxnSpMk id="217" creationId="{1079B5C1-1E5C-43CF-BF82-824763FAF155}"/>
          </ac:cxnSpMkLst>
        </pc:cxnChg>
        <pc:cxnChg chg="mod">
          <ac:chgData name="Bryan W" userId="29ebe6980772ebc5" providerId="LiveId" clId="{9A11D75E-755D-44BE-8DF4-89EE48B120EE}" dt="2022-07-18T07:06:27.640" v="410" actId="478"/>
          <ac:cxnSpMkLst>
            <pc:docMk/>
            <pc:sldMk cId="2994367472" sldId="264"/>
            <ac:cxnSpMk id="251" creationId="{6F0704F4-AD2A-479A-89FA-FCF48785EC5F}"/>
          </ac:cxnSpMkLst>
        </pc:cxnChg>
        <pc:cxnChg chg="del mod">
          <ac:chgData name="Bryan W" userId="29ebe6980772ebc5" providerId="LiveId" clId="{9A11D75E-755D-44BE-8DF4-89EE48B120EE}" dt="2022-07-18T06:47:12.651" v="282" actId="478"/>
          <ac:cxnSpMkLst>
            <pc:docMk/>
            <pc:sldMk cId="2994367472" sldId="264"/>
            <ac:cxnSpMk id="320" creationId="{57167150-A618-471B-B1A8-D0CA697A5C30}"/>
          </ac:cxnSpMkLst>
        </pc:cxnChg>
        <pc:cxnChg chg="del mod">
          <ac:chgData name="Bryan W" userId="29ebe6980772ebc5" providerId="LiveId" clId="{9A11D75E-755D-44BE-8DF4-89EE48B120EE}" dt="2022-07-18T06:47:36.831" v="300" actId="478"/>
          <ac:cxnSpMkLst>
            <pc:docMk/>
            <pc:sldMk cId="2994367472" sldId="264"/>
            <ac:cxnSpMk id="321" creationId="{77DC0265-E9D4-4AEB-84DB-5BAAAAB94115}"/>
          </ac:cxnSpMkLst>
        </pc:cxnChg>
      </pc:sldChg>
    </pc:docChg>
  </pc:docChgLst>
  <pc:docChgLst>
    <pc:chgData name="Bryan W" userId="29ebe6980772ebc5" providerId="LiveId" clId="{D0498C01-38FA-4892-AB42-DF2DDA3457B7}"/>
    <pc:docChg chg="modSld">
      <pc:chgData name="Bryan W" userId="29ebe6980772ebc5" providerId="LiveId" clId="{D0498C01-38FA-4892-AB42-DF2DDA3457B7}" dt="2022-10-03T05:42:38.958" v="20" actId="14100"/>
      <pc:docMkLst>
        <pc:docMk/>
      </pc:docMkLst>
      <pc:sldChg chg="modSp mod">
        <pc:chgData name="Bryan W" userId="29ebe6980772ebc5" providerId="LiveId" clId="{D0498C01-38FA-4892-AB42-DF2DDA3457B7}" dt="2022-10-03T05:42:38.958" v="20" actId="14100"/>
        <pc:sldMkLst>
          <pc:docMk/>
          <pc:sldMk cId="2994367472" sldId="264"/>
        </pc:sldMkLst>
        <pc:spChg chg="mod">
          <ac:chgData name="Bryan W" userId="29ebe6980772ebc5" providerId="LiveId" clId="{D0498C01-38FA-4892-AB42-DF2DDA3457B7}" dt="2022-10-03T05:41:59.395" v="12" actId="1076"/>
          <ac:spMkLst>
            <pc:docMk/>
            <pc:sldMk cId="2994367472" sldId="264"/>
            <ac:spMk id="48" creationId="{7442DFAD-2B93-434E-BD23-7DC3903A4697}"/>
          </ac:spMkLst>
        </pc:spChg>
        <pc:spChg chg="mod">
          <ac:chgData name="Bryan W" userId="29ebe6980772ebc5" providerId="LiveId" clId="{D0498C01-38FA-4892-AB42-DF2DDA3457B7}" dt="2022-10-03T05:41:59.395" v="12" actId="1076"/>
          <ac:spMkLst>
            <pc:docMk/>
            <pc:sldMk cId="2994367472" sldId="264"/>
            <ac:spMk id="49" creationId="{B9C8A152-99FB-42E9-B370-DB4F32811E04}"/>
          </ac:spMkLst>
        </pc:spChg>
        <pc:spChg chg="mod">
          <ac:chgData name="Bryan W" userId="29ebe6980772ebc5" providerId="LiveId" clId="{D0498C01-38FA-4892-AB42-DF2DDA3457B7}" dt="2022-10-03T05:41:59.395" v="12" actId="1076"/>
          <ac:spMkLst>
            <pc:docMk/>
            <pc:sldMk cId="2994367472" sldId="264"/>
            <ac:spMk id="50" creationId="{EC48E964-3E0B-40B0-B8C4-09E06AB078DA}"/>
          </ac:spMkLst>
        </pc:spChg>
        <pc:spChg chg="mod">
          <ac:chgData name="Bryan W" userId="29ebe6980772ebc5" providerId="LiveId" clId="{D0498C01-38FA-4892-AB42-DF2DDA3457B7}" dt="2022-10-03T05:41:59.395" v="12" actId="1076"/>
          <ac:spMkLst>
            <pc:docMk/>
            <pc:sldMk cId="2994367472" sldId="264"/>
            <ac:spMk id="54" creationId="{B31C5383-4A24-4451-B1D8-384513946DF9}"/>
          </ac:spMkLst>
        </pc:spChg>
        <pc:spChg chg="mod">
          <ac:chgData name="Bryan W" userId="29ebe6980772ebc5" providerId="LiveId" clId="{D0498C01-38FA-4892-AB42-DF2DDA3457B7}" dt="2022-10-03T05:42:38.958" v="20" actId="14100"/>
          <ac:spMkLst>
            <pc:docMk/>
            <pc:sldMk cId="2994367472" sldId="264"/>
            <ac:spMk id="196" creationId="{12783C77-C07A-48C9-B241-BDE08887371C}"/>
          </ac:spMkLst>
        </pc:spChg>
        <pc:spChg chg="mod">
          <ac:chgData name="Bryan W" userId="29ebe6980772ebc5" providerId="LiveId" clId="{D0498C01-38FA-4892-AB42-DF2DDA3457B7}" dt="2022-10-03T05:42:07.486" v="13" actId="1076"/>
          <ac:spMkLst>
            <pc:docMk/>
            <pc:sldMk cId="2994367472" sldId="264"/>
            <ac:spMk id="327" creationId="{518FE9C2-1A12-47F0-86D3-ACBC3FD7881D}"/>
          </ac:spMkLst>
        </pc:spChg>
        <pc:cxnChg chg="mod">
          <ac:chgData name="Bryan W" userId="29ebe6980772ebc5" providerId="LiveId" clId="{D0498C01-38FA-4892-AB42-DF2DDA3457B7}" dt="2022-10-03T05:42:38.958" v="20" actId="14100"/>
          <ac:cxnSpMkLst>
            <pc:docMk/>
            <pc:sldMk cId="2994367472" sldId="264"/>
            <ac:cxnSpMk id="11" creationId="{DC937016-1C0B-4646-B64E-78B81A66E073}"/>
          </ac:cxnSpMkLst>
        </pc:cxnChg>
        <pc:cxnChg chg="mod">
          <ac:chgData name="Bryan W" userId="29ebe6980772ebc5" providerId="LiveId" clId="{D0498C01-38FA-4892-AB42-DF2DDA3457B7}" dt="2022-10-03T05:41:59.395" v="12" actId="1076"/>
          <ac:cxnSpMkLst>
            <pc:docMk/>
            <pc:sldMk cId="2994367472" sldId="264"/>
            <ac:cxnSpMk id="52" creationId="{A68BBDEA-D5E5-418F-9753-69C2A9D34A16}"/>
          </ac:cxnSpMkLst>
        </pc:cxnChg>
        <pc:cxnChg chg="mod">
          <ac:chgData name="Bryan W" userId="29ebe6980772ebc5" providerId="LiveId" clId="{D0498C01-38FA-4892-AB42-DF2DDA3457B7}" dt="2022-10-03T05:41:59.395" v="12" actId="1076"/>
          <ac:cxnSpMkLst>
            <pc:docMk/>
            <pc:sldMk cId="2994367472" sldId="264"/>
            <ac:cxnSpMk id="63" creationId="{BBAB3825-A076-4A64-AFB4-8B99D35873F7}"/>
          </ac:cxnSpMkLst>
        </pc:cxnChg>
        <pc:cxnChg chg="mod">
          <ac:chgData name="Bryan W" userId="29ebe6980772ebc5" providerId="LiveId" clId="{D0498C01-38FA-4892-AB42-DF2DDA3457B7}" dt="2022-10-03T05:41:59.395" v="12" actId="1076"/>
          <ac:cxnSpMkLst>
            <pc:docMk/>
            <pc:sldMk cId="2994367472" sldId="264"/>
            <ac:cxnSpMk id="64" creationId="{E47C42D1-9CBB-4B09-A72C-63CE3C69588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1967" cy="466912"/>
          </a:xfrm>
          <a:prstGeom prst="rect">
            <a:avLst/>
          </a:prstGeom>
        </p:spPr>
        <p:txBody>
          <a:bodyPr vert="horz" lIns="93267" tIns="46633" rIns="93267" bIns="4663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7" cy="466912"/>
          </a:xfrm>
          <a:prstGeom prst="rect">
            <a:avLst/>
          </a:prstGeom>
        </p:spPr>
        <p:txBody>
          <a:bodyPr vert="horz" lIns="93267" tIns="46633" rIns="93267" bIns="46633" rtlCol="0"/>
          <a:lstStyle>
            <a:lvl1pPr algn="r">
              <a:defRPr sz="1200"/>
            </a:lvl1pPr>
          </a:lstStyle>
          <a:p>
            <a:fld id="{18336AF3-272D-43BC-9910-E08695C2C874}" type="datetimeFigureOut">
              <a:rPr lang="en-US" smtClean="0"/>
              <a:t>10/4/22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3313" y="1163638"/>
            <a:ext cx="481330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67" tIns="46633" rIns="93267" bIns="466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7"/>
            <a:ext cx="5615940" cy="3664208"/>
          </a:xfrm>
          <a:prstGeom prst="rect">
            <a:avLst/>
          </a:prstGeom>
        </p:spPr>
        <p:txBody>
          <a:bodyPr vert="horz" lIns="93267" tIns="46633" rIns="93267" bIns="466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9015"/>
            <a:ext cx="3041967" cy="466911"/>
          </a:xfrm>
          <a:prstGeom prst="rect">
            <a:avLst/>
          </a:prstGeom>
        </p:spPr>
        <p:txBody>
          <a:bodyPr vert="horz" lIns="93267" tIns="46633" rIns="93267" bIns="4663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5"/>
            <a:ext cx="3041967" cy="466911"/>
          </a:xfrm>
          <a:prstGeom prst="rect">
            <a:avLst/>
          </a:prstGeom>
        </p:spPr>
        <p:txBody>
          <a:bodyPr vert="horz" lIns="93267" tIns="46633" rIns="93267" bIns="46633" rtlCol="0" anchor="b"/>
          <a:lstStyle>
            <a:lvl1pPr algn="r">
              <a:defRPr sz="1200"/>
            </a:lvl1pPr>
          </a:lstStyle>
          <a:p>
            <a:fld id="{D6AAA664-061E-40AE-9294-AE3ABE9F8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1pPr>
    <a:lvl2pPr marL="891859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2pPr>
    <a:lvl3pPr marL="1783717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3pPr>
    <a:lvl4pPr marL="2675577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4pPr>
    <a:lvl5pPr marL="3567435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5pPr>
    <a:lvl6pPr marL="4459294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6pPr>
    <a:lvl7pPr marL="5351153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7pPr>
    <a:lvl8pPr marL="6243012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8pPr>
    <a:lvl9pPr marL="7134871" algn="l" defTabSz="1783717" rtl="0" eaLnBrk="1" latinLnBrk="0" hangingPunct="1">
      <a:defRPr sz="234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AA664-061E-40AE-9294-AE3ABE9F82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67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342" y="4260859"/>
            <a:ext cx="1787652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4680" y="7772399"/>
            <a:ext cx="1472184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6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2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0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68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4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24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3680-F0AD-4383-A2CC-A48534772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F6752-5EC5-41BD-84F2-28A3FF0561AF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0C4C-4239-4559-84D0-96F42A9F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D2DBA-6A03-4143-AC26-D855EBA2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A30BE-20B4-403F-9B40-41919E0DF6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17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8FFA1-9565-4AFE-B7DA-F68E28DB5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05726-52CC-40F3-B5F9-B48F22C12CA0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0DF11-8625-4550-B12B-8BB637AF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67D8C-78D9-4F43-92EE-9D95820A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DBA023-5DAF-46AF-AA1F-730CAB0C1A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56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320" y="8813812"/>
            <a:ext cx="17876520" cy="2724149"/>
          </a:xfrm>
        </p:spPr>
        <p:txBody>
          <a:bodyPr anchor="t"/>
          <a:lstStyle>
            <a:lvl1pPr algn="l">
              <a:defRPr sz="418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1320" y="5813431"/>
            <a:ext cx="17876520" cy="3000374"/>
          </a:xfrm>
        </p:spPr>
        <p:txBody>
          <a:bodyPr anchor="b"/>
          <a:lstStyle>
            <a:lvl1pPr marL="0" indent="0">
              <a:buNone/>
              <a:defRPr sz="2092">
                <a:solidFill>
                  <a:schemeClr val="tx1">
                    <a:tint val="75000"/>
                  </a:schemeClr>
                </a:solidFill>
              </a:defRPr>
            </a:lvl1pPr>
            <a:lvl2pPr marL="478015" indent="0">
              <a:buNone/>
              <a:defRPr sz="1882">
                <a:solidFill>
                  <a:schemeClr val="tx1">
                    <a:tint val="75000"/>
                  </a:schemeClr>
                </a:solidFill>
              </a:defRPr>
            </a:lvl2pPr>
            <a:lvl3pPr marL="956031" indent="0">
              <a:buNone/>
              <a:defRPr sz="1672">
                <a:solidFill>
                  <a:schemeClr val="tx1">
                    <a:tint val="75000"/>
                  </a:schemeClr>
                </a:solidFill>
              </a:defRPr>
            </a:lvl3pPr>
            <a:lvl4pPr marL="1434049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4pPr>
            <a:lvl5pPr marL="1912064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5pPr>
            <a:lvl6pPr marL="2390078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6pPr>
            <a:lvl7pPr marL="2868093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7pPr>
            <a:lvl8pPr marL="3346112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8pPr>
            <a:lvl9pPr marL="382412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42E1D-6D59-4947-9312-1ED3A157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846A7-34B7-4968-BCBE-7C09FA08F0C8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6EF85-E212-4C54-B6D5-235C899D7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11049-8C78-44AE-952E-F4CD0652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ED95CE-AD2E-4315-A8A0-C04136F8E1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8592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0478" y="3200411"/>
            <a:ext cx="32948879" cy="9051926"/>
          </a:xfrm>
        </p:spPr>
        <p:txBody>
          <a:bodyPr/>
          <a:lstStyle>
            <a:lvl1pPr>
              <a:defRPr sz="2926"/>
            </a:lvl1pPr>
            <a:lvl2pPr>
              <a:defRPr sz="2509"/>
            </a:lvl2pPr>
            <a:lvl3pPr>
              <a:defRPr sz="2092"/>
            </a:lvl3pPr>
            <a:lvl4pPr>
              <a:defRPr sz="1882"/>
            </a:lvl4pPr>
            <a:lvl5pPr>
              <a:defRPr sz="1882"/>
            </a:lvl5pPr>
            <a:lvl6pPr>
              <a:defRPr sz="1882"/>
            </a:lvl6pPr>
            <a:lvl7pPr>
              <a:defRPr sz="1882"/>
            </a:lvl7pPr>
            <a:lvl8pPr>
              <a:defRPr sz="1882"/>
            </a:lvl8pPr>
            <a:lvl9pPr>
              <a:defRPr sz="18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979877" y="3200411"/>
            <a:ext cx="32948879" cy="9051926"/>
          </a:xfrm>
        </p:spPr>
        <p:txBody>
          <a:bodyPr/>
          <a:lstStyle>
            <a:lvl1pPr>
              <a:defRPr sz="2926"/>
            </a:lvl1pPr>
            <a:lvl2pPr>
              <a:defRPr sz="2509"/>
            </a:lvl2pPr>
            <a:lvl3pPr>
              <a:defRPr sz="2092"/>
            </a:lvl3pPr>
            <a:lvl4pPr>
              <a:defRPr sz="1882"/>
            </a:lvl4pPr>
            <a:lvl5pPr>
              <a:defRPr sz="1882"/>
            </a:lvl5pPr>
            <a:lvl6pPr>
              <a:defRPr sz="1882"/>
            </a:lvl6pPr>
            <a:lvl7pPr>
              <a:defRPr sz="1882"/>
            </a:lvl7pPr>
            <a:lvl8pPr>
              <a:defRPr sz="1882"/>
            </a:lvl8pPr>
            <a:lvl9pPr>
              <a:defRPr sz="18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2D7E64-17D9-4F8F-BA55-141DD155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E028B-5FE4-4316-914D-0BB4AEFDD481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0A162C-C086-40FA-BB8A-363D499C9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039B82-E5DA-4EC8-A3B9-89400AE8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1CB37D-EFE2-4C82-90CC-AD0D4D2227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90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549290"/>
            <a:ext cx="18928080" cy="22860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73" y="3070234"/>
            <a:ext cx="9292432" cy="1279524"/>
          </a:xfrm>
        </p:spPr>
        <p:txBody>
          <a:bodyPr anchor="b"/>
          <a:lstStyle>
            <a:lvl1pPr marL="0" indent="0">
              <a:buNone/>
              <a:defRPr sz="2509" b="1"/>
            </a:lvl1pPr>
            <a:lvl2pPr marL="478015" indent="0">
              <a:buNone/>
              <a:defRPr sz="2092" b="1"/>
            </a:lvl2pPr>
            <a:lvl3pPr marL="956031" indent="0">
              <a:buNone/>
              <a:defRPr sz="1882" b="1"/>
            </a:lvl3pPr>
            <a:lvl4pPr marL="1434049" indent="0">
              <a:buNone/>
              <a:defRPr sz="1672" b="1"/>
            </a:lvl4pPr>
            <a:lvl5pPr marL="1912064" indent="0">
              <a:buNone/>
              <a:defRPr sz="1672" b="1"/>
            </a:lvl5pPr>
            <a:lvl6pPr marL="2390078" indent="0">
              <a:buNone/>
              <a:defRPr sz="1672" b="1"/>
            </a:lvl6pPr>
            <a:lvl7pPr marL="2868093" indent="0">
              <a:buNone/>
              <a:defRPr sz="1672" b="1"/>
            </a:lvl7pPr>
            <a:lvl8pPr marL="3346112" indent="0">
              <a:buNone/>
              <a:defRPr sz="1672" b="1"/>
            </a:lvl8pPr>
            <a:lvl9pPr marL="3824127" indent="0">
              <a:buNone/>
              <a:defRPr sz="1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573" y="4349758"/>
            <a:ext cx="9292432" cy="7902575"/>
          </a:xfrm>
        </p:spPr>
        <p:txBody>
          <a:bodyPr/>
          <a:lstStyle>
            <a:lvl1pPr>
              <a:defRPr sz="2509"/>
            </a:lvl1pPr>
            <a:lvl2pPr>
              <a:defRPr sz="2092"/>
            </a:lvl2pPr>
            <a:lvl3pPr>
              <a:defRPr sz="1882"/>
            </a:lvl3pPr>
            <a:lvl4pPr>
              <a:defRPr sz="1672"/>
            </a:lvl4pPr>
            <a:lvl5pPr>
              <a:defRPr sz="1672"/>
            </a:lvl5pPr>
            <a:lvl6pPr>
              <a:defRPr sz="1672"/>
            </a:lvl6pPr>
            <a:lvl7pPr>
              <a:defRPr sz="1672"/>
            </a:lvl7pPr>
            <a:lvl8pPr>
              <a:defRPr sz="1672"/>
            </a:lvl8pPr>
            <a:lvl9pPr>
              <a:defRPr sz="16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83567" y="3070234"/>
            <a:ext cx="9296083" cy="1279524"/>
          </a:xfrm>
        </p:spPr>
        <p:txBody>
          <a:bodyPr anchor="b"/>
          <a:lstStyle>
            <a:lvl1pPr marL="0" indent="0">
              <a:buNone/>
              <a:defRPr sz="2509" b="1"/>
            </a:lvl1pPr>
            <a:lvl2pPr marL="478015" indent="0">
              <a:buNone/>
              <a:defRPr sz="2092" b="1"/>
            </a:lvl2pPr>
            <a:lvl3pPr marL="956031" indent="0">
              <a:buNone/>
              <a:defRPr sz="1882" b="1"/>
            </a:lvl3pPr>
            <a:lvl4pPr marL="1434049" indent="0">
              <a:buNone/>
              <a:defRPr sz="1672" b="1"/>
            </a:lvl4pPr>
            <a:lvl5pPr marL="1912064" indent="0">
              <a:buNone/>
              <a:defRPr sz="1672" b="1"/>
            </a:lvl5pPr>
            <a:lvl6pPr marL="2390078" indent="0">
              <a:buNone/>
              <a:defRPr sz="1672" b="1"/>
            </a:lvl6pPr>
            <a:lvl7pPr marL="2868093" indent="0">
              <a:buNone/>
              <a:defRPr sz="1672" b="1"/>
            </a:lvl7pPr>
            <a:lvl8pPr marL="3346112" indent="0">
              <a:buNone/>
              <a:defRPr sz="1672" b="1"/>
            </a:lvl8pPr>
            <a:lvl9pPr marL="3824127" indent="0">
              <a:buNone/>
              <a:defRPr sz="1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83567" y="4349758"/>
            <a:ext cx="9296083" cy="7902575"/>
          </a:xfrm>
        </p:spPr>
        <p:txBody>
          <a:bodyPr/>
          <a:lstStyle>
            <a:lvl1pPr>
              <a:defRPr sz="2509"/>
            </a:lvl1pPr>
            <a:lvl2pPr>
              <a:defRPr sz="2092"/>
            </a:lvl2pPr>
            <a:lvl3pPr>
              <a:defRPr sz="1882"/>
            </a:lvl3pPr>
            <a:lvl4pPr>
              <a:defRPr sz="1672"/>
            </a:lvl4pPr>
            <a:lvl5pPr>
              <a:defRPr sz="1672"/>
            </a:lvl5pPr>
            <a:lvl6pPr>
              <a:defRPr sz="1672"/>
            </a:lvl6pPr>
            <a:lvl7pPr>
              <a:defRPr sz="1672"/>
            </a:lvl7pPr>
            <a:lvl8pPr>
              <a:defRPr sz="1672"/>
            </a:lvl8pPr>
            <a:lvl9pPr>
              <a:defRPr sz="16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54C0C82-97A6-4173-96C8-C7B1BBEE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C9732-C090-4E61-82FD-18AC538BF4FF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874C1E-CCB2-4754-96FA-DA7A2A9D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716F4F-F8EF-4A79-B25C-BA9E5F8D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5281B-821F-4371-9A67-050E06D2A0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04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0FC4DA-0DE8-4D11-8883-224591CB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05CE9-5C71-4425-AE46-766283E5AA4E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FBAD81C-A835-47AC-B49E-55EFD44BE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2B2B96-7357-4CB4-B374-A7AFFCAE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3F6E6-84A9-4679-B896-587EAAF18F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01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D24EC5-9F7D-4FC5-9872-8487F987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2CD77-D479-4A0F-A495-7CF0A3E2D652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C364FE6-11F5-46A5-B2B0-F6A062480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08A121-AD24-4B27-B463-EA80EA96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ED10A-36EF-4BF9-BEF3-472CF5723B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3733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9" y="546100"/>
            <a:ext cx="6919120" cy="2324100"/>
          </a:xfrm>
        </p:spPr>
        <p:txBody>
          <a:bodyPr anchor="b"/>
          <a:lstStyle>
            <a:lvl1pPr algn="l">
              <a:defRPr sz="209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2619" y="546115"/>
            <a:ext cx="11757025" cy="11706226"/>
          </a:xfrm>
        </p:spPr>
        <p:txBody>
          <a:bodyPr/>
          <a:lstStyle>
            <a:lvl1pPr>
              <a:defRPr sz="3347"/>
            </a:lvl1pPr>
            <a:lvl2pPr>
              <a:defRPr sz="2926"/>
            </a:lvl2pPr>
            <a:lvl3pPr>
              <a:defRPr sz="2509"/>
            </a:lvl3pPr>
            <a:lvl4pPr>
              <a:defRPr sz="2092"/>
            </a:lvl4pPr>
            <a:lvl5pPr>
              <a:defRPr sz="2092"/>
            </a:lvl5pPr>
            <a:lvl6pPr>
              <a:defRPr sz="2092"/>
            </a:lvl6pPr>
            <a:lvl7pPr>
              <a:defRPr sz="2092"/>
            </a:lvl7pPr>
            <a:lvl8pPr>
              <a:defRPr sz="2092"/>
            </a:lvl8pPr>
            <a:lvl9pPr>
              <a:defRPr sz="20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1569" y="2870215"/>
            <a:ext cx="6919120" cy="9382126"/>
          </a:xfrm>
        </p:spPr>
        <p:txBody>
          <a:bodyPr/>
          <a:lstStyle>
            <a:lvl1pPr marL="0" indent="0">
              <a:buNone/>
              <a:defRPr sz="1465"/>
            </a:lvl1pPr>
            <a:lvl2pPr marL="478015" indent="0">
              <a:buNone/>
              <a:defRPr sz="1255"/>
            </a:lvl2pPr>
            <a:lvl3pPr marL="956031" indent="0">
              <a:buNone/>
              <a:defRPr sz="1044"/>
            </a:lvl3pPr>
            <a:lvl4pPr marL="1434049" indent="0">
              <a:buNone/>
              <a:defRPr sz="941"/>
            </a:lvl4pPr>
            <a:lvl5pPr marL="1912064" indent="0">
              <a:buNone/>
              <a:defRPr sz="941"/>
            </a:lvl5pPr>
            <a:lvl6pPr marL="2390078" indent="0">
              <a:buNone/>
              <a:defRPr sz="941"/>
            </a:lvl6pPr>
            <a:lvl7pPr marL="2868093" indent="0">
              <a:buNone/>
              <a:defRPr sz="941"/>
            </a:lvl7pPr>
            <a:lvl8pPr marL="3346112" indent="0">
              <a:buNone/>
              <a:defRPr sz="941"/>
            </a:lvl8pPr>
            <a:lvl9pPr marL="3824127" indent="0">
              <a:buNone/>
              <a:defRPr sz="9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A7ADE8A-F9F2-4966-A9D4-6FD90D496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C02E0-115B-4139-9243-8CEA89EA5A18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5CEFCE-1798-4A27-8889-31D47258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C3EC898-10E8-4A87-876D-18F0D354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73D3EB-ACBD-454A-93D8-E6962BB337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725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2262" y="9601209"/>
            <a:ext cx="12618720" cy="1133475"/>
          </a:xfrm>
        </p:spPr>
        <p:txBody>
          <a:bodyPr anchor="b"/>
          <a:lstStyle>
            <a:lvl1pPr algn="l">
              <a:defRPr sz="209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22262" y="1225554"/>
            <a:ext cx="12618720" cy="8229600"/>
          </a:xfrm>
        </p:spPr>
        <p:txBody>
          <a:bodyPr rtlCol="0">
            <a:normAutofit/>
          </a:bodyPr>
          <a:lstStyle>
            <a:lvl1pPr marL="0" indent="0">
              <a:buNone/>
              <a:defRPr sz="3347"/>
            </a:lvl1pPr>
            <a:lvl2pPr marL="478015" indent="0">
              <a:buNone/>
              <a:defRPr sz="2926"/>
            </a:lvl2pPr>
            <a:lvl3pPr marL="956031" indent="0">
              <a:buNone/>
              <a:defRPr sz="2509"/>
            </a:lvl3pPr>
            <a:lvl4pPr marL="1434049" indent="0">
              <a:buNone/>
              <a:defRPr sz="2092"/>
            </a:lvl4pPr>
            <a:lvl5pPr marL="1912064" indent="0">
              <a:buNone/>
              <a:defRPr sz="2092"/>
            </a:lvl5pPr>
            <a:lvl6pPr marL="2390078" indent="0">
              <a:buNone/>
              <a:defRPr sz="2092"/>
            </a:lvl6pPr>
            <a:lvl7pPr marL="2868093" indent="0">
              <a:buNone/>
              <a:defRPr sz="2092"/>
            </a:lvl7pPr>
            <a:lvl8pPr marL="3346112" indent="0">
              <a:buNone/>
              <a:defRPr sz="2092"/>
            </a:lvl8pPr>
            <a:lvl9pPr marL="3824127" indent="0">
              <a:buNone/>
              <a:defRPr sz="2092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22262" y="10734681"/>
            <a:ext cx="12618720" cy="1609725"/>
          </a:xfrm>
        </p:spPr>
        <p:txBody>
          <a:bodyPr/>
          <a:lstStyle>
            <a:lvl1pPr marL="0" indent="0">
              <a:buNone/>
              <a:defRPr sz="1465"/>
            </a:lvl1pPr>
            <a:lvl2pPr marL="478015" indent="0">
              <a:buNone/>
              <a:defRPr sz="1255"/>
            </a:lvl2pPr>
            <a:lvl3pPr marL="956031" indent="0">
              <a:buNone/>
              <a:defRPr sz="1044"/>
            </a:lvl3pPr>
            <a:lvl4pPr marL="1434049" indent="0">
              <a:buNone/>
              <a:defRPr sz="941"/>
            </a:lvl4pPr>
            <a:lvl5pPr marL="1912064" indent="0">
              <a:buNone/>
              <a:defRPr sz="941"/>
            </a:lvl5pPr>
            <a:lvl6pPr marL="2390078" indent="0">
              <a:buNone/>
              <a:defRPr sz="941"/>
            </a:lvl6pPr>
            <a:lvl7pPr marL="2868093" indent="0">
              <a:buNone/>
              <a:defRPr sz="941"/>
            </a:lvl7pPr>
            <a:lvl8pPr marL="3346112" indent="0">
              <a:buNone/>
              <a:defRPr sz="941"/>
            </a:lvl8pPr>
            <a:lvl9pPr marL="3824127" indent="0">
              <a:buNone/>
              <a:defRPr sz="9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5D7321-DB6F-41C9-85EF-21617D9C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F47BF-F426-484B-BC38-AA4AD990BDBC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3B7368-637B-455E-BA58-4FABB956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B565290-DF8C-49CA-905A-2288E5B2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60E757-2A4A-40E9-80F1-CB70125F62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94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674B7-673C-4D7E-8D0E-80A8FC4F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31220-FFCD-47A5-B098-7A2CEE7BC2DE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54B6C-7775-421D-886B-02E7C35E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70FC6-FB32-418D-8736-B4805E2D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A3DDF-1E07-4D9E-8084-8245917A5A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848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366672" y="549287"/>
            <a:ext cx="16562070" cy="117030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80459" y="549287"/>
            <a:ext cx="49335690" cy="117030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CF5F-71AB-4893-A747-9EAE32BE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0A9115-C904-4997-89FE-E13EB6BA2678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5BF80-984E-41CE-9AF7-9FE1421F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95011-7E3B-45CA-B274-D4739667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1A477F-1089-4B92-A85B-D8D37B146B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09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219646E-B623-42C2-8B85-F1D0BEE4F20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51560" y="549061"/>
            <a:ext cx="18928080" cy="2286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DDB3C11-EBBA-493F-A3C5-56AA771BEC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51560" y="3200401"/>
            <a:ext cx="18928080" cy="9052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E3613-2B70-471C-83FA-ECC61F401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1572" y="12712478"/>
            <a:ext cx="4907281" cy="7307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55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A21BE4A-223F-4432-95A5-EC9636779E6E}" type="datetimeFigureOut">
              <a:rPr lang="en-US"/>
              <a:pPr>
                <a:defRPr/>
              </a:pPr>
              <a:t>10/4/22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965E-7B9D-4874-AB82-E888DC1E6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85674" y="12712478"/>
            <a:ext cx="6659879" cy="7307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55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C9698-6D6F-42F9-99DB-56C8FC3F9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072376" y="12712478"/>
            <a:ext cx="4907281" cy="73070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55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4EACF0B-16CC-431C-887D-0354A855714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60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5pPr>
      <a:lvl6pPr marL="478015"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6pPr>
      <a:lvl7pPr marL="956031"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7pPr>
      <a:lvl8pPr marL="1434049"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8pPr>
      <a:lvl9pPr marL="1912064" algn="ctr" rtl="0" fontAlgn="base">
        <a:spcBef>
          <a:spcPct val="0"/>
        </a:spcBef>
        <a:spcAft>
          <a:spcPct val="0"/>
        </a:spcAft>
        <a:defRPr sz="4601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58510" indent="-35851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347" kern="1200">
          <a:solidFill>
            <a:schemeClr val="tx1"/>
          </a:solidFill>
          <a:latin typeface="+mn-lt"/>
          <a:ea typeface="+mn-ea"/>
          <a:cs typeface="+mn-cs"/>
        </a:defRPr>
      </a:lvl1pPr>
      <a:lvl2pPr marL="776776" indent="-29876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926" kern="1200">
          <a:solidFill>
            <a:schemeClr val="tx1"/>
          </a:solidFill>
          <a:latin typeface="+mn-lt"/>
          <a:ea typeface="+mn-ea"/>
          <a:cs typeface="+mn-cs"/>
        </a:defRPr>
      </a:lvl2pPr>
      <a:lvl3pPr marL="1195040" indent="-239007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509" kern="1200">
          <a:solidFill>
            <a:schemeClr val="tx1"/>
          </a:solidFill>
          <a:latin typeface="+mn-lt"/>
          <a:ea typeface="+mn-ea"/>
          <a:cs typeface="+mn-cs"/>
        </a:defRPr>
      </a:lvl3pPr>
      <a:lvl4pPr marL="1673055" indent="-239007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92" kern="1200">
          <a:solidFill>
            <a:schemeClr val="tx1"/>
          </a:solidFill>
          <a:latin typeface="+mn-lt"/>
          <a:ea typeface="+mn-ea"/>
          <a:cs typeface="+mn-cs"/>
        </a:defRPr>
      </a:lvl4pPr>
      <a:lvl5pPr marL="2151071" indent="-239007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92" kern="1200">
          <a:solidFill>
            <a:schemeClr val="tx1"/>
          </a:solidFill>
          <a:latin typeface="+mn-lt"/>
          <a:ea typeface="+mn-ea"/>
          <a:cs typeface="+mn-cs"/>
        </a:defRPr>
      </a:lvl5pPr>
      <a:lvl6pPr marL="2629086" indent="-239007" algn="l" defTabSz="956031" rtl="0" eaLnBrk="1" latinLnBrk="0" hangingPunct="1">
        <a:spcBef>
          <a:spcPct val="20000"/>
        </a:spcBef>
        <a:buFont typeface="Arial" pitchFamily="34" charset="0"/>
        <a:buChar char="•"/>
        <a:defRPr sz="2092" kern="1200">
          <a:solidFill>
            <a:schemeClr val="tx1"/>
          </a:solidFill>
          <a:latin typeface="+mn-lt"/>
          <a:ea typeface="+mn-ea"/>
          <a:cs typeface="+mn-cs"/>
        </a:defRPr>
      </a:lvl6pPr>
      <a:lvl7pPr marL="3107102" indent="-239007" algn="l" defTabSz="956031" rtl="0" eaLnBrk="1" latinLnBrk="0" hangingPunct="1">
        <a:spcBef>
          <a:spcPct val="20000"/>
        </a:spcBef>
        <a:buFont typeface="Arial" pitchFamily="34" charset="0"/>
        <a:buChar char="•"/>
        <a:defRPr sz="2092" kern="1200">
          <a:solidFill>
            <a:schemeClr val="tx1"/>
          </a:solidFill>
          <a:latin typeface="+mn-lt"/>
          <a:ea typeface="+mn-ea"/>
          <a:cs typeface="+mn-cs"/>
        </a:defRPr>
      </a:lvl7pPr>
      <a:lvl8pPr marL="3585119" indent="-239007" algn="l" defTabSz="956031" rtl="0" eaLnBrk="1" latinLnBrk="0" hangingPunct="1">
        <a:spcBef>
          <a:spcPct val="20000"/>
        </a:spcBef>
        <a:buFont typeface="Arial" pitchFamily="34" charset="0"/>
        <a:buChar char="•"/>
        <a:defRPr sz="2092" kern="1200">
          <a:solidFill>
            <a:schemeClr val="tx1"/>
          </a:solidFill>
          <a:latin typeface="+mn-lt"/>
          <a:ea typeface="+mn-ea"/>
          <a:cs typeface="+mn-cs"/>
        </a:defRPr>
      </a:lvl8pPr>
      <a:lvl9pPr marL="4063135" indent="-239007" algn="l" defTabSz="956031" rtl="0" eaLnBrk="1" latinLnBrk="0" hangingPunct="1">
        <a:spcBef>
          <a:spcPct val="20000"/>
        </a:spcBef>
        <a:buFont typeface="Arial" pitchFamily="34" charset="0"/>
        <a:buChar char="•"/>
        <a:defRPr sz="2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1pPr>
      <a:lvl2pPr marL="478015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2pPr>
      <a:lvl3pPr marL="956031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3pPr>
      <a:lvl4pPr marL="1434049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4pPr>
      <a:lvl5pPr marL="1912064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5pPr>
      <a:lvl6pPr marL="2390078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6pPr>
      <a:lvl7pPr marL="2868093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7pPr>
      <a:lvl8pPr marL="3346112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8pPr>
      <a:lvl9pPr marL="3824127" algn="l" defTabSz="956031" rtl="0" eaLnBrk="1" latinLnBrk="0" hangingPunct="1">
        <a:defRPr sz="18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BBB6C414-EF7E-4B85-A991-2F9225DD553E}"/>
              </a:ext>
            </a:extLst>
          </p:cNvPr>
          <p:cNvSpPr/>
          <p:nvPr/>
        </p:nvSpPr>
        <p:spPr>
          <a:xfrm>
            <a:off x="1205017" y="1393532"/>
            <a:ext cx="19597584" cy="12214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5596" tIns="47798" rIns="95596" bIns="477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E4F40F02-D4B1-454D-B0B6-59C70974F2D6}"/>
              </a:ext>
            </a:extLst>
          </p:cNvPr>
          <p:cNvSpPr/>
          <p:nvPr/>
        </p:nvSpPr>
        <p:spPr>
          <a:xfrm>
            <a:off x="10175342" y="7042698"/>
            <a:ext cx="1689972" cy="344432"/>
          </a:xfrm>
          <a:prstGeom prst="flowChart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55" dirty="0">
                <a:latin typeface="Arial" panose="020B0604020202020204" pitchFamily="34" charset="0"/>
                <a:cs typeface="Arial" panose="020B0604020202020204" pitchFamily="34" charset="0"/>
              </a:rPr>
              <a:t>LSO #MAE-MTX.100</a:t>
            </a:r>
          </a:p>
        </p:txBody>
      </p:sp>
      <p:grpSp>
        <p:nvGrpSpPr>
          <p:cNvPr id="227" name="Group 226"/>
          <p:cNvGrpSpPr/>
          <p:nvPr/>
        </p:nvGrpSpPr>
        <p:grpSpPr>
          <a:xfrm>
            <a:off x="10038864" y="2725376"/>
            <a:ext cx="3819822" cy="5464468"/>
            <a:chOff x="6491963" y="1482409"/>
            <a:chExt cx="1976135" cy="2889766"/>
          </a:xfrm>
        </p:grpSpPr>
        <p:sp>
          <p:nvSpPr>
            <p:cNvPr id="47" name="Flowchart: Alternate Process 46">
              <a:extLst>
                <a:ext uri="{FF2B5EF4-FFF2-40B4-BE49-F238E27FC236}">
                  <a16:creationId xmlns:a16="http://schemas.microsoft.com/office/drawing/2014/main" id="{629EC91E-2664-4872-9761-3F5C1EC63412}"/>
                </a:ext>
              </a:extLst>
            </p:cNvPr>
            <p:cNvSpPr/>
            <p:nvPr/>
          </p:nvSpPr>
          <p:spPr>
            <a:xfrm>
              <a:off x="6491963" y="1482409"/>
              <a:ext cx="1976135" cy="2889766"/>
            </a:xfrm>
            <a:prstGeom prst="flowChartAlternateProcess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65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Suspension</a:t>
              </a:r>
            </a:p>
            <a:p>
              <a:pPr algn="ctr"/>
              <a:r>
                <a:rPr lang="en-US" sz="1465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C.SLQ001</a:t>
              </a:r>
            </a:p>
          </p:txBody>
        </p:sp>
        <p:grpSp>
          <p:nvGrpSpPr>
            <p:cNvPr id="226" name="Group 225"/>
            <p:cNvGrpSpPr/>
            <p:nvPr/>
          </p:nvGrpSpPr>
          <p:grpSpPr>
            <a:xfrm>
              <a:off x="6673881" y="1944672"/>
              <a:ext cx="1625301" cy="2039481"/>
              <a:chOff x="6673881" y="1944672"/>
              <a:chExt cx="1625301" cy="2039481"/>
            </a:xfrm>
          </p:grpSpPr>
          <p:sp>
            <p:nvSpPr>
              <p:cNvPr id="48" name="Flowchart: Process 47">
                <a:extLst>
                  <a:ext uri="{FF2B5EF4-FFF2-40B4-BE49-F238E27FC236}">
                    <a16:creationId xmlns:a16="http://schemas.microsoft.com/office/drawing/2014/main" id="{7442DFAD-2B93-434E-BD23-7DC3903A4697}"/>
                  </a:ext>
                </a:extLst>
              </p:cNvPr>
              <p:cNvSpPr/>
              <p:nvPr/>
            </p:nvSpPr>
            <p:spPr>
              <a:xfrm>
                <a:off x="6673881" y="3494677"/>
                <a:ext cx="1612297" cy="489476"/>
              </a:xfrm>
              <a:prstGeom prst="flowChartProcess">
                <a:avLst/>
              </a:prstGeom>
              <a:ln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55" dirty="0">
                    <a:latin typeface="Arial" panose="020B0604020202020204" pitchFamily="34" charset="0"/>
                    <a:cs typeface="Arial" panose="020B0604020202020204" pitchFamily="34" charset="0"/>
                  </a:rPr>
                  <a:t>Final QC Inspection </a:t>
                </a:r>
              </a:p>
            </p:txBody>
          </p:sp>
          <p:sp>
            <p:nvSpPr>
              <p:cNvPr id="49" name="Flowchart: Process 48">
                <a:extLst>
                  <a:ext uri="{FF2B5EF4-FFF2-40B4-BE49-F238E27FC236}">
                    <a16:creationId xmlns:a16="http://schemas.microsoft.com/office/drawing/2014/main" id="{B9C8A152-99FB-42E9-B370-DB4F32811E04}"/>
                  </a:ext>
                </a:extLst>
              </p:cNvPr>
              <p:cNvSpPr/>
              <p:nvPr/>
            </p:nvSpPr>
            <p:spPr>
              <a:xfrm>
                <a:off x="6673882" y="1944672"/>
                <a:ext cx="1612297" cy="334328"/>
              </a:xfrm>
              <a:prstGeom prst="flowChartProcess">
                <a:avLst/>
              </a:prstGeom>
              <a:ln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55" dirty="0">
                    <a:latin typeface="Arial" panose="020B0604020202020204" pitchFamily="34" charset="0"/>
                    <a:cs typeface="Arial" panose="020B0604020202020204" pitchFamily="34" charset="0"/>
                  </a:rPr>
                  <a:t>Equipment Set-up</a:t>
                </a:r>
              </a:p>
            </p:txBody>
          </p:sp>
          <p:sp>
            <p:nvSpPr>
              <p:cNvPr id="50" name="Flowchart: Process 49">
                <a:extLst>
                  <a:ext uri="{FF2B5EF4-FFF2-40B4-BE49-F238E27FC236}">
                    <a16:creationId xmlns:a16="http://schemas.microsoft.com/office/drawing/2014/main" id="{EC48E964-3E0B-40B0-B8C4-09E06AB078DA}"/>
                  </a:ext>
                </a:extLst>
              </p:cNvPr>
              <p:cNvSpPr/>
              <p:nvPr/>
            </p:nvSpPr>
            <p:spPr>
              <a:xfrm>
                <a:off x="6673882" y="2973533"/>
                <a:ext cx="1625300" cy="360262"/>
              </a:xfrm>
              <a:prstGeom prst="flowChartProcess">
                <a:avLst/>
              </a:prstGeom>
              <a:ln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55" dirty="0">
                    <a:latin typeface="Arial" panose="020B0604020202020204" pitchFamily="34" charset="0"/>
                    <a:cs typeface="Arial" panose="020B0604020202020204" pitchFamily="34" charset="0"/>
                  </a:rPr>
                  <a:t>Packaging &amp; Labeling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68BBDEA-D5E5-418F-9753-69C2A9D34A16}"/>
                  </a:ext>
                </a:extLst>
              </p:cNvPr>
              <p:cNvCxnSpPr>
                <a:cxnSpLocks/>
                <a:stCxn id="54" idx="2"/>
                <a:endCxn id="50" idx="0"/>
              </p:cNvCxnSpPr>
              <p:nvPr/>
            </p:nvCxnSpPr>
            <p:spPr>
              <a:xfrm>
                <a:off x="7480031" y="2779996"/>
                <a:ext cx="6501" cy="1935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Flowchart: Process 53">
                <a:extLst>
                  <a:ext uri="{FF2B5EF4-FFF2-40B4-BE49-F238E27FC236}">
                    <a16:creationId xmlns:a16="http://schemas.microsoft.com/office/drawing/2014/main" id="{B31C5383-4A24-4451-B1D8-384513946DF9}"/>
                  </a:ext>
                </a:extLst>
              </p:cNvPr>
              <p:cNvSpPr/>
              <p:nvPr/>
            </p:nvSpPr>
            <p:spPr>
              <a:xfrm>
                <a:off x="6673882" y="2445668"/>
                <a:ext cx="1612297" cy="334328"/>
              </a:xfrm>
              <a:prstGeom prst="flowChartProcess">
                <a:avLst/>
              </a:prstGeom>
              <a:ln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55" dirty="0">
                    <a:latin typeface="Arial" panose="020B0604020202020204" pitchFamily="34" charset="0"/>
                    <a:cs typeface="Arial" panose="020B0604020202020204" pitchFamily="34" charset="0"/>
                  </a:rPr>
                  <a:t>Purification process</a:t>
                </a: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BBAB3825-A076-4A64-AFB4-8B99D35873F7}"/>
                  </a:ext>
                </a:extLst>
              </p:cNvPr>
              <p:cNvCxnSpPr>
                <a:cxnSpLocks/>
                <a:stCxn id="49" idx="2"/>
                <a:endCxn id="54" idx="0"/>
              </p:cNvCxnSpPr>
              <p:nvPr/>
            </p:nvCxnSpPr>
            <p:spPr>
              <a:xfrm>
                <a:off x="7480031" y="2279000"/>
                <a:ext cx="0" cy="16666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E47C42D1-9CBB-4B09-A72C-63CE3C695888}"/>
                  </a:ext>
                </a:extLst>
              </p:cNvPr>
              <p:cNvCxnSpPr>
                <a:cxnSpLocks/>
                <a:stCxn id="50" idx="2"/>
                <a:endCxn id="48" idx="0"/>
              </p:cNvCxnSpPr>
              <p:nvPr/>
            </p:nvCxnSpPr>
            <p:spPr>
              <a:xfrm flipH="1">
                <a:off x="7480030" y="3333795"/>
                <a:ext cx="6502" cy="16088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7865633-A858-4D32-842C-7A1016C118B9}"/>
              </a:ext>
            </a:extLst>
          </p:cNvPr>
          <p:cNvSpPr txBox="1"/>
          <p:nvPr/>
        </p:nvSpPr>
        <p:spPr>
          <a:xfrm>
            <a:off x="3511761" y="411242"/>
            <a:ext cx="9928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Document Title:  Bill of Reference (BOR</a:t>
            </a:r>
            <a:r>
              <a:rPr lang="en-US"/>
              <a:t>), Suspension</a:t>
            </a:r>
            <a:endParaRPr lang="en-US" dirty="0"/>
          </a:p>
          <a:p>
            <a:r>
              <a:rPr lang="en-US" dirty="0"/>
              <a:t>Document Number: BOR-C.SLQ001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4D4445B-AEF0-413C-A798-19907375B285}"/>
              </a:ext>
            </a:extLst>
          </p:cNvPr>
          <p:cNvSpPr txBox="1"/>
          <p:nvPr/>
        </p:nvSpPr>
        <p:spPr>
          <a:xfrm>
            <a:off x="15354949" y="12654889"/>
            <a:ext cx="39511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Manufacturing Activities by:</a:t>
            </a:r>
          </a:p>
          <a:p>
            <a:r>
              <a:rPr lang="en-US" sz="2400" b="1" dirty="0" err="1"/>
              <a:t>Silq</a:t>
            </a:r>
            <a:r>
              <a:rPr lang="en-US" sz="2400" b="1" dirty="0"/>
              <a:t> Technologies Corp.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C937016-1C0B-4646-B64E-78B81A66E073}"/>
              </a:ext>
            </a:extLst>
          </p:cNvPr>
          <p:cNvCxnSpPr>
            <a:cxnSpLocks/>
            <a:stCxn id="196" idx="3"/>
            <a:endCxn id="47" idx="1"/>
          </p:cNvCxnSpPr>
          <p:nvPr/>
        </p:nvCxnSpPr>
        <p:spPr>
          <a:xfrm flipV="1">
            <a:off x="8787619" y="5457610"/>
            <a:ext cx="1251245" cy="5640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71A109A0-66B6-42DB-9DAF-BD94DD35EC96}"/>
              </a:ext>
            </a:extLst>
          </p:cNvPr>
          <p:cNvSpPr txBox="1"/>
          <p:nvPr/>
        </p:nvSpPr>
        <p:spPr>
          <a:xfrm>
            <a:off x="13858686" y="366793"/>
            <a:ext cx="4230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Revision: A</a:t>
            </a:r>
          </a:p>
          <a:p>
            <a:r>
              <a:rPr lang="en-US"/>
              <a:t>Effective Date: 04Oct2022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E414A-B4E1-5B48-B979-F1F64CA42681}"/>
              </a:ext>
            </a:extLst>
          </p:cNvPr>
          <p:cNvSpPr txBox="1"/>
          <p:nvPr/>
        </p:nvSpPr>
        <p:spPr>
          <a:xfrm>
            <a:off x="590535" y="336403"/>
            <a:ext cx="2692991" cy="70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D55DC75C-DDBF-4E45-91E5-D481249644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1070" y="392292"/>
            <a:ext cx="739106" cy="758904"/>
          </a:xfrm>
          <a:prstGeom prst="rect">
            <a:avLst/>
          </a:prstGeom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1002788-0A14-45B9-8E15-76F925B8D1B0}"/>
              </a:ext>
            </a:extLst>
          </p:cNvPr>
          <p:cNvGrpSpPr/>
          <p:nvPr/>
        </p:nvGrpSpPr>
        <p:grpSpPr>
          <a:xfrm>
            <a:off x="5719430" y="4485188"/>
            <a:ext cx="3068189" cy="1956124"/>
            <a:chOff x="12818364" y="3485306"/>
            <a:chExt cx="1890216" cy="1015613"/>
          </a:xfrm>
        </p:grpSpPr>
        <p:sp>
          <p:nvSpPr>
            <p:cNvPr id="196" name="Flowchart: Alternate Process 195">
              <a:extLst>
                <a:ext uri="{FF2B5EF4-FFF2-40B4-BE49-F238E27FC236}">
                  <a16:creationId xmlns:a16="http://schemas.microsoft.com/office/drawing/2014/main" id="{12783C77-C07A-48C9-B241-BDE08887371C}"/>
                </a:ext>
              </a:extLst>
            </p:cNvPr>
            <p:cNvSpPr/>
            <p:nvPr/>
          </p:nvSpPr>
          <p:spPr>
            <a:xfrm>
              <a:off x="12818364" y="3485306"/>
              <a:ext cx="1890216" cy="1015613"/>
            </a:xfrm>
            <a:prstGeom prst="flowChartAlternateProcess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65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Polymeric Dispersion Solution, Unpurified</a:t>
              </a:r>
            </a:p>
            <a:p>
              <a:pPr algn="ctr"/>
              <a:r>
                <a:rPr lang="en-US" sz="1465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M.SLQ001</a:t>
              </a:r>
            </a:p>
          </p:txBody>
        </p:sp>
        <p:sp>
          <p:nvSpPr>
            <p:cNvPr id="197" name="Flowchart: Process 196">
              <a:extLst>
                <a:ext uri="{FF2B5EF4-FFF2-40B4-BE49-F238E27FC236}">
                  <a16:creationId xmlns:a16="http://schemas.microsoft.com/office/drawing/2014/main" id="{361E2168-46BC-48FF-81D4-D85B363B26D5}"/>
                </a:ext>
              </a:extLst>
            </p:cNvPr>
            <p:cNvSpPr/>
            <p:nvPr/>
          </p:nvSpPr>
          <p:spPr>
            <a:xfrm>
              <a:off x="13033469" y="4098850"/>
              <a:ext cx="1446887" cy="303982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55" dirty="0">
                  <a:latin typeface="Arial" panose="020B0604020202020204" pitchFamily="34" charset="0"/>
                  <a:cs typeface="Arial" panose="020B0604020202020204" pitchFamily="34" charset="0"/>
                </a:rPr>
                <a:t>Receiving Inspection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BEAF8833-26AE-466B-A71B-B748227F10A0}"/>
              </a:ext>
            </a:extLst>
          </p:cNvPr>
          <p:cNvGrpSpPr/>
          <p:nvPr/>
        </p:nvGrpSpPr>
        <p:grpSpPr>
          <a:xfrm>
            <a:off x="6876401" y="9381487"/>
            <a:ext cx="1976136" cy="1214704"/>
            <a:chOff x="13927910" y="8814178"/>
            <a:chExt cx="1890216" cy="1161891"/>
          </a:xfrm>
        </p:grpSpPr>
        <p:sp>
          <p:nvSpPr>
            <p:cNvPr id="210" name="Flowchart: Alternate Process 209">
              <a:extLst>
                <a:ext uri="{FF2B5EF4-FFF2-40B4-BE49-F238E27FC236}">
                  <a16:creationId xmlns:a16="http://schemas.microsoft.com/office/drawing/2014/main" id="{BC802393-FD93-4AD7-A26C-FD0D181FA7B9}"/>
                </a:ext>
              </a:extLst>
            </p:cNvPr>
            <p:cNvSpPr/>
            <p:nvPr/>
          </p:nvSpPr>
          <p:spPr>
            <a:xfrm>
              <a:off x="13927910" y="8814178"/>
              <a:ext cx="1890216" cy="1161891"/>
            </a:xfrm>
            <a:prstGeom prst="flowChartAlternateProcess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Suspension </a:t>
              </a:r>
              <a:r>
                <a:rPr lang="en-US" sz="1358" b="1" dirty="0"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</a:p>
            <a:p>
              <a:pPr algn="ctr"/>
              <a:r>
                <a:rPr lang="en-US" sz="1465" b="1" dirty="0">
                  <a:latin typeface="Arial" panose="020B0604020202020204" pitchFamily="34" charset="0"/>
                  <a:cs typeface="Arial" panose="020B0604020202020204" pitchFamily="34" charset="0"/>
                </a:rPr>
                <a:t>L.SLQ005</a:t>
              </a:r>
            </a:p>
          </p:txBody>
        </p:sp>
        <p:sp>
          <p:nvSpPr>
            <p:cNvPr id="211" name="Flowchart: Process 210">
              <a:extLst>
                <a:ext uri="{FF2B5EF4-FFF2-40B4-BE49-F238E27FC236}">
                  <a16:creationId xmlns:a16="http://schemas.microsoft.com/office/drawing/2014/main" id="{A2A1B5BC-79DF-4B1B-985F-44BB39260071}"/>
                </a:ext>
              </a:extLst>
            </p:cNvPr>
            <p:cNvSpPr/>
            <p:nvPr/>
          </p:nvSpPr>
          <p:spPr>
            <a:xfrm>
              <a:off x="14101919" y="9384150"/>
              <a:ext cx="1542197" cy="464023"/>
            </a:xfrm>
            <a:prstGeom prst="flowChartProcess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55" dirty="0">
                  <a:latin typeface="Arial" panose="020B0604020202020204" pitchFamily="34" charset="0"/>
                  <a:cs typeface="Arial" panose="020B0604020202020204" pitchFamily="34" charset="0"/>
                </a:rPr>
                <a:t>Label Printing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3635187-B50A-4DDE-947D-A64DC1A11703}"/>
              </a:ext>
            </a:extLst>
          </p:cNvPr>
          <p:cNvGrpSpPr/>
          <p:nvPr/>
        </p:nvGrpSpPr>
        <p:grpSpPr>
          <a:xfrm>
            <a:off x="6876401" y="10907538"/>
            <a:ext cx="1976136" cy="1440830"/>
            <a:chOff x="14534572" y="16510416"/>
            <a:chExt cx="1890216" cy="1378184"/>
          </a:xfrm>
        </p:grpSpPr>
        <p:sp>
          <p:nvSpPr>
            <p:cNvPr id="214" name="Flowchart: Alternate Process 213">
              <a:extLst>
                <a:ext uri="{FF2B5EF4-FFF2-40B4-BE49-F238E27FC236}">
                  <a16:creationId xmlns:a16="http://schemas.microsoft.com/office/drawing/2014/main" id="{167E0D08-C06B-40B3-9B20-C7E0E9450DEC}"/>
                </a:ext>
              </a:extLst>
            </p:cNvPr>
            <p:cNvSpPr/>
            <p:nvPr/>
          </p:nvSpPr>
          <p:spPr>
            <a:xfrm>
              <a:off x="14534572" y="16510416"/>
              <a:ext cx="1890216" cy="1378184"/>
            </a:xfrm>
            <a:prstGeom prst="flowChartAlternateProcess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65" b="1" dirty="0">
                  <a:latin typeface="Arial" panose="020B0604020202020204" pitchFamily="34" charset="0"/>
                  <a:cs typeface="Arial" panose="020B0604020202020204" pitchFamily="34" charset="0"/>
                </a:rPr>
                <a:t>Label Stock, White, 4”x 6” C.SLQ002</a:t>
              </a:r>
            </a:p>
          </p:txBody>
        </p:sp>
        <p:sp>
          <p:nvSpPr>
            <p:cNvPr id="215" name="Flowchart: Process 214">
              <a:extLst>
                <a:ext uri="{FF2B5EF4-FFF2-40B4-BE49-F238E27FC236}">
                  <a16:creationId xmlns:a16="http://schemas.microsoft.com/office/drawing/2014/main" id="{D343E180-0550-49AD-86B0-CE0E07D1AD34}"/>
                </a:ext>
              </a:extLst>
            </p:cNvPr>
            <p:cNvSpPr/>
            <p:nvPr/>
          </p:nvSpPr>
          <p:spPr>
            <a:xfrm>
              <a:off x="14708581" y="17287767"/>
              <a:ext cx="1542197" cy="464023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55" dirty="0">
                  <a:latin typeface="Arial" panose="020B0604020202020204" pitchFamily="34" charset="0"/>
                  <a:cs typeface="Arial" panose="020B0604020202020204" pitchFamily="34" charset="0"/>
                </a:rPr>
                <a:t>Receiving Inspection</a:t>
              </a:r>
            </a:p>
          </p:txBody>
        </p: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BD7B244D-D44A-4EF2-9ABE-292FB68E4DC4}"/>
              </a:ext>
            </a:extLst>
          </p:cNvPr>
          <p:cNvCxnSpPr>
            <a:cxnSpLocks/>
            <a:stCxn id="214" idx="0"/>
            <a:endCxn id="210" idx="2"/>
          </p:cNvCxnSpPr>
          <p:nvPr/>
        </p:nvCxnSpPr>
        <p:spPr>
          <a:xfrm flipV="1">
            <a:off x="7864469" y="10596191"/>
            <a:ext cx="0" cy="31134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1079B5C1-1E5C-43CF-BF82-824763FAF155}"/>
              </a:ext>
            </a:extLst>
          </p:cNvPr>
          <p:cNvCxnSpPr>
            <a:cxnSpLocks/>
            <a:stCxn id="210" idx="3"/>
            <a:endCxn id="47" idx="1"/>
          </p:cNvCxnSpPr>
          <p:nvPr/>
        </p:nvCxnSpPr>
        <p:spPr>
          <a:xfrm flipV="1">
            <a:off x="8852537" y="5457610"/>
            <a:ext cx="1186327" cy="4531229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lowchart: Process 325">
            <a:extLst>
              <a:ext uri="{FF2B5EF4-FFF2-40B4-BE49-F238E27FC236}">
                <a16:creationId xmlns:a16="http://schemas.microsoft.com/office/drawing/2014/main" id="{F9DA5871-A830-4A86-B45D-6E1649CD1228}"/>
              </a:ext>
            </a:extLst>
          </p:cNvPr>
          <p:cNvSpPr/>
          <p:nvPr/>
        </p:nvSpPr>
        <p:spPr>
          <a:xfrm>
            <a:off x="11045090" y="8216469"/>
            <a:ext cx="1689972" cy="344432"/>
          </a:xfrm>
          <a:prstGeom prst="flowChart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55" dirty="0">
                <a:latin typeface="Arial" panose="020B0604020202020204" pitchFamily="34" charset="0"/>
                <a:cs typeface="Arial" panose="020B0604020202020204" pitchFamily="34" charset="0"/>
              </a:rPr>
              <a:t>TR-C.SLQ001</a:t>
            </a:r>
          </a:p>
        </p:txBody>
      </p:sp>
      <p:sp>
        <p:nvSpPr>
          <p:cNvPr id="327" name="Flowchart: Process 326">
            <a:extLst>
              <a:ext uri="{FF2B5EF4-FFF2-40B4-BE49-F238E27FC236}">
                <a16:creationId xmlns:a16="http://schemas.microsoft.com/office/drawing/2014/main" id="{518FE9C2-1A12-47F0-86D3-ACBC3FD7881D}"/>
              </a:ext>
            </a:extLst>
          </p:cNvPr>
          <p:cNvSpPr/>
          <p:nvPr/>
        </p:nvSpPr>
        <p:spPr>
          <a:xfrm>
            <a:off x="11104053" y="7785189"/>
            <a:ext cx="1604512" cy="283379"/>
          </a:xfrm>
          <a:prstGeom prst="flowChart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55" dirty="0">
                <a:latin typeface="Arial" panose="020B0604020202020204" pitchFamily="34" charset="0"/>
                <a:cs typeface="Arial" panose="020B0604020202020204" pitchFamily="34" charset="0"/>
              </a:rPr>
              <a:t>MP-C.SLQ001</a:t>
            </a:r>
          </a:p>
          <a:p>
            <a:pPr algn="ctr"/>
            <a:r>
              <a:rPr lang="en-US" sz="1255" dirty="0">
                <a:latin typeface="Arial" panose="020B0604020202020204" pitchFamily="34" charset="0"/>
                <a:cs typeface="Arial" panose="020B0604020202020204" pitchFamily="34" charset="0"/>
              </a:rPr>
              <a:t>QC-C.SLQ001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FEB7B-3CC3-6744-9371-2A40E2E0A9D6}"/>
              </a:ext>
            </a:extLst>
          </p:cNvPr>
          <p:cNvSpPr txBox="1"/>
          <p:nvPr/>
        </p:nvSpPr>
        <p:spPr>
          <a:xfrm>
            <a:off x="-1765005" y="23391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81FB085-13A8-BBAF-68D1-5AA512026350}"/>
              </a:ext>
            </a:extLst>
          </p:cNvPr>
          <p:cNvGrpSpPr/>
          <p:nvPr/>
        </p:nvGrpSpPr>
        <p:grpSpPr>
          <a:xfrm>
            <a:off x="6871747" y="7042698"/>
            <a:ext cx="1978748" cy="1694214"/>
            <a:chOff x="18886004" y="8788694"/>
            <a:chExt cx="1890216" cy="922792"/>
          </a:xfrm>
        </p:grpSpPr>
        <p:sp>
          <p:nvSpPr>
            <p:cNvPr id="127" name="Flowchart: Alternate Process 126">
              <a:extLst>
                <a:ext uri="{FF2B5EF4-FFF2-40B4-BE49-F238E27FC236}">
                  <a16:creationId xmlns:a16="http://schemas.microsoft.com/office/drawing/2014/main" id="{D46E81FB-6C3A-F335-B7E4-F879C1F1F2CF}"/>
                </a:ext>
              </a:extLst>
            </p:cNvPr>
            <p:cNvSpPr/>
            <p:nvPr/>
          </p:nvSpPr>
          <p:spPr>
            <a:xfrm>
              <a:off x="18886004" y="8788694"/>
              <a:ext cx="1890216" cy="922792"/>
            </a:xfrm>
            <a:prstGeom prst="flowChartAlternateProcess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65" b="1" dirty="0">
                  <a:latin typeface="Arial" panose="020B0604020202020204" pitchFamily="34" charset="0"/>
                  <a:cs typeface="Arial" panose="020B0604020202020204" pitchFamily="34" charset="0"/>
                </a:rPr>
                <a:t>Plastic Drum, 55 Gallon</a:t>
              </a:r>
            </a:p>
            <a:p>
              <a:pPr algn="ctr"/>
              <a:r>
                <a:rPr lang="en-US" sz="1465" b="1" dirty="0">
                  <a:latin typeface="Arial" panose="020B0604020202020204" pitchFamily="34" charset="0"/>
                  <a:cs typeface="Arial" panose="020B0604020202020204" pitchFamily="34" charset="0"/>
                </a:rPr>
                <a:t>C.SLQ003</a:t>
              </a:r>
            </a:p>
          </p:txBody>
        </p:sp>
        <p:sp>
          <p:nvSpPr>
            <p:cNvPr id="128" name="Flowchart: Process 127">
              <a:extLst>
                <a:ext uri="{FF2B5EF4-FFF2-40B4-BE49-F238E27FC236}">
                  <a16:creationId xmlns:a16="http://schemas.microsoft.com/office/drawing/2014/main" id="{FF6C3A5C-C3FC-F699-E565-5FC23C4BF7F1}"/>
                </a:ext>
              </a:extLst>
            </p:cNvPr>
            <p:cNvSpPr/>
            <p:nvPr/>
          </p:nvSpPr>
          <p:spPr>
            <a:xfrm>
              <a:off x="19062878" y="9244970"/>
              <a:ext cx="1542197" cy="334659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55" dirty="0">
                  <a:latin typeface="Arial" panose="020B0604020202020204" pitchFamily="34" charset="0"/>
                  <a:cs typeface="Arial" panose="020B0604020202020204" pitchFamily="34" charset="0"/>
                </a:rPr>
                <a:t>Receiving Inspection</a:t>
              </a:r>
            </a:p>
          </p:txBody>
        </p:sp>
      </p:grp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98D0DC78-E5F1-F313-3CD3-917623F0E3AF}"/>
              </a:ext>
            </a:extLst>
          </p:cNvPr>
          <p:cNvCxnSpPr>
            <a:cxnSpLocks/>
            <a:stCxn id="127" idx="3"/>
            <a:endCxn id="47" idx="1"/>
          </p:cNvCxnSpPr>
          <p:nvPr/>
        </p:nvCxnSpPr>
        <p:spPr>
          <a:xfrm flipV="1">
            <a:off x="8850495" y="5457610"/>
            <a:ext cx="1188369" cy="2432195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36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17409</TotalTime>
  <Words>102</Words>
  <Application>Microsoft Macintosh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 Suspension</dc:title>
  <dc:subject/>
  <dc:creator>Bryan</dc:creator>
  <cp:keywords/>
  <dc:description/>
  <cp:lastModifiedBy>DP</cp:lastModifiedBy>
  <cp:revision>334</cp:revision>
  <cp:lastPrinted>2019-03-22T18:54:58Z</cp:lastPrinted>
  <dcterms:created xsi:type="dcterms:W3CDTF">2010-06-08T17:45:28Z</dcterms:created>
  <dcterms:modified xsi:type="dcterms:W3CDTF">2022-10-05T01:44:09Z</dcterms:modified>
  <cp:category/>
</cp:coreProperties>
</file>